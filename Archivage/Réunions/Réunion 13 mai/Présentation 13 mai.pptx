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4"/>
    <p:sldMasterId id="2147483668" r:id="rId5"/>
    <p:sldMasterId id="2147483657" r:id="rId6"/>
  </p:sldMasterIdLst>
  <p:notesMasterIdLst>
    <p:notesMasterId r:id="rId21"/>
  </p:notesMasterIdLst>
  <p:handoutMasterIdLst>
    <p:handoutMasterId r:id="rId22"/>
  </p:handoutMasterIdLst>
  <p:sldIdLst>
    <p:sldId id="351" r:id="rId7"/>
    <p:sldId id="354" r:id="rId8"/>
    <p:sldId id="355" r:id="rId9"/>
    <p:sldId id="356" r:id="rId10"/>
    <p:sldId id="357" r:id="rId11"/>
    <p:sldId id="359" r:id="rId12"/>
    <p:sldId id="358" r:id="rId13"/>
    <p:sldId id="365" r:id="rId14"/>
    <p:sldId id="364" r:id="rId15"/>
    <p:sldId id="363" r:id="rId16"/>
    <p:sldId id="362" r:id="rId17"/>
    <p:sldId id="367" r:id="rId18"/>
    <p:sldId id="366" r:id="rId19"/>
    <p:sldId id="304" r:id="rId20"/>
  </p:sldIdLst>
  <p:sldSz cx="9144000" cy="5143500" type="screen16x9"/>
  <p:notesSz cx="6858000" cy="9144000"/>
  <p:embeddedFontLst>
    <p:embeddedFont>
      <p:font typeface="Source Sans Pro" panose="020B0503030403020204" pitchFamily="34" charset="0"/>
      <p:regular r:id="rId23"/>
      <p:bold r:id="rId24"/>
      <p:italic r:id="rId25"/>
      <p:boldItalic r:id="rId26"/>
    </p:embeddedFont>
    <p:embeddedFont>
      <p:font typeface="Source Sans Pro Black" panose="020B0803030403020204" pitchFamily="34" charset="0"/>
      <p:bold r:id="rId27"/>
      <p:boldItalic r:id="rId2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AAF6"/>
    <a:srgbClr val="13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FD89D-213B-AF24-0AB6-CD9285CB4DBA}" v="9" dt="2026-05-20T09:12:29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3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TASIA Luc" userId="S::luc.fantasia@isae-supmeca.fr::31f77f18-0ecd-4e86-befc-49360a6831b8" providerId="AD" clId="Web-{EA56E874-DB82-3003-1DBA-C783AA8EA934}"/>
    <pc:docChg chg="modSld">
      <pc:chgData name="FANTASIA Luc" userId="S::luc.fantasia@isae-supmeca.fr::31f77f18-0ecd-4e86-befc-49360a6831b8" providerId="AD" clId="Web-{EA56E874-DB82-3003-1DBA-C783AA8EA934}" dt="2026-05-11T15:57:07.142" v="1" actId="20577"/>
      <pc:docMkLst>
        <pc:docMk/>
      </pc:docMkLst>
    </pc:docChg>
  </pc:docChgLst>
  <pc:docChgLst>
    <pc:chgData name="FANTASIA Luc" userId="S::luc.fantasia@isae-supmeca.fr::31f77f18-0ecd-4e86-befc-49360a6831b8" providerId="AD" clId="Web-{43940C79-7BF3-80CA-4629-7FC0D5618CEE}"/>
    <pc:docChg chg="addSld delSld modSld">
      <pc:chgData name="FANTASIA Luc" userId="S::luc.fantasia@isae-supmeca.fr::31f77f18-0ecd-4e86-befc-49360a6831b8" providerId="AD" clId="Web-{43940C79-7BF3-80CA-4629-7FC0D5618CEE}" dt="2026-05-13T08:45:52.231" v="350"/>
      <pc:docMkLst>
        <pc:docMk/>
      </pc:docMkLst>
      <pc:sldChg chg="modSp">
        <pc:chgData name="FANTASIA Luc" userId="S::luc.fantasia@isae-supmeca.fr::31f77f18-0ecd-4e86-befc-49360a6831b8" providerId="AD" clId="Web-{43940C79-7BF3-80CA-4629-7FC0D5618CEE}" dt="2026-05-13T08:19:16.441" v="2" actId="20577"/>
        <pc:sldMkLst>
          <pc:docMk/>
          <pc:sldMk cId="832079521" sldId="359"/>
        </pc:sldMkLst>
        <pc:spChg chg="mod">
          <ac:chgData name="FANTASIA Luc" userId="S::luc.fantasia@isae-supmeca.fr::31f77f18-0ecd-4e86-befc-49360a6831b8" providerId="AD" clId="Web-{43940C79-7BF3-80CA-4629-7FC0D5618CEE}" dt="2026-05-13T08:19:16.441" v="2" actId="20577"/>
          <ac:spMkLst>
            <pc:docMk/>
            <pc:sldMk cId="832079521" sldId="359"/>
            <ac:spMk id="3" creationId="{07732A76-4969-4A60-4B9A-5D4480B1D1B2}"/>
          </ac:spMkLst>
        </pc:spChg>
      </pc:sldChg>
      <pc:sldChg chg="modSp">
        <pc:chgData name="FANTASIA Luc" userId="S::luc.fantasia@isae-supmeca.fr::31f77f18-0ecd-4e86-befc-49360a6831b8" providerId="AD" clId="Web-{43940C79-7BF3-80CA-4629-7FC0D5618CEE}" dt="2026-05-13T08:44:40.321" v="342" actId="20577"/>
        <pc:sldMkLst>
          <pc:docMk/>
          <pc:sldMk cId="2251694486" sldId="362"/>
        </pc:sldMkLst>
        <pc:spChg chg="mod">
          <ac:chgData name="FANTASIA Luc" userId="S::luc.fantasia@isae-supmeca.fr::31f77f18-0ecd-4e86-befc-49360a6831b8" providerId="AD" clId="Web-{43940C79-7BF3-80CA-4629-7FC0D5618CEE}" dt="2026-05-13T08:44:40.321" v="342" actId="20577"/>
          <ac:spMkLst>
            <pc:docMk/>
            <pc:sldMk cId="2251694486" sldId="362"/>
            <ac:spMk id="5" creationId="{D6E783B7-9452-5206-1DDD-F01DDBC63DD7}"/>
          </ac:spMkLst>
        </pc:spChg>
        <pc:spChg chg="mod">
          <ac:chgData name="FANTASIA Luc" userId="S::luc.fantasia@isae-supmeca.fr::31f77f18-0ecd-4e86-befc-49360a6831b8" providerId="AD" clId="Web-{43940C79-7BF3-80CA-4629-7FC0D5618CEE}" dt="2026-05-13T08:41:49.500" v="334" actId="20577"/>
          <ac:spMkLst>
            <pc:docMk/>
            <pc:sldMk cId="2251694486" sldId="362"/>
            <ac:spMk id="21" creationId="{F45F5C40-1A0F-8528-BFA4-F40DD40CAB67}"/>
          </ac:spMkLst>
        </pc:spChg>
      </pc:sldChg>
      <pc:sldChg chg="addSp delSp modSp">
        <pc:chgData name="FANTASIA Luc" userId="S::luc.fantasia@isae-supmeca.fr::31f77f18-0ecd-4e86-befc-49360a6831b8" providerId="AD" clId="Web-{43940C79-7BF3-80CA-4629-7FC0D5618CEE}" dt="2026-05-13T08:41:54.656" v="339" actId="20577"/>
        <pc:sldMkLst>
          <pc:docMk/>
          <pc:sldMk cId="927523070" sldId="363"/>
        </pc:sldMkLst>
        <pc:spChg chg="mod">
          <ac:chgData name="FANTASIA Luc" userId="S::luc.fantasia@isae-supmeca.fr::31f77f18-0ecd-4e86-befc-49360a6831b8" providerId="AD" clId="Web-{43940C79-7BF3-80CA-4629-7FC0D5618CEE}" dt="2026-05-13T08:41:54.656" v="339" actId="20577"/>
          <ac:spMkLst>
            <pc:docMk/>
            <pc:sldMk cId="927523070" sldId="363"/>
            <ac:spMk id="2" creationId="{9CEBB664-ADC9-74A4-3D5F-5B8E779F927E}"/>
          </ac:spMkLst>
        </pc:spChg>
      </pc:sldChg>
      <pc:sldChg chg="addSp modSp">
        <pc:chgData name="FANTASIA Luc" userId="S::luc.fantasia@isae-supmeca.fr::31f77f18-0ecd-4e86-befc-49360a6831b8" providerId="AD" clId="Web-{43940C79-7BF3-80CA-4629-7FC0D5618CEE}" dt="2026-05-13T08:41:18.779" v="330" actId="20577"/>
        <pc:sldMkLst>
          <pc:docMk/>
          <pc:sldMk cId="3720583467" sldId="364"/>
        </pc:sldMkLst>
        <pc:spChg chg="mod">
          <ac:chgData name="FANTASIA Luc" userId="S::luc.fantasia@isae-supmeca.fr::31f77f18-0ecd-4e86-befc-49360a6831b8" providerId="AD" clId="Web-{43940C79-7BF3-80CA-4629-7FC0D5618CEE}" dt="2026-05-13T08:41:18.779" v="330" actId="20577"/>
          <ac:spMkLst>
            <pc:docMk/>
            <pc:sldMk cId="3720583467" sldId="364"/>
            <ac:spMk id="5" creationId="{78393A7E-1CEA-255A-252E-BAE7ADB3F364}"/>
          </ac:spMkLst>
        </pc:spChg>
        <pc:spChg chg="add mod">
          <ac:chgData name="FANTASIA Luc" userId="S::luc.fantasia@isae-supmeca.fr::31f77f18-0ecd-4e86-befc-49360a6831b8" providerId="AD" clId="Web-{43940C79-7BF3-80CA-4629-7FC0D5618CEE}" dt="2026-05-13T08:32:05.435" v="212" actId="20577"/>
          <ac:spMkLst>
            <pc:docMk/>
            <pc:sldMk cId="3720583467" sldId="364"/>
            <ac:spMk id="6" creationId="{9C34C9FA-8763-6CB0-AD9E-801B1F3D385F}"/>
          </ac:spMkLst>
        </pc:spChg>
        <pc:spChg chg="mod">
          <ac:chgData name="FANTASIA Luc" userId="S::luc.fantasia@isae-supmeca.fr::31f77f18-0ecd-4e86-befc-49360a6831b8" providerId="AD" clId="Web-{43940C79-7BF3-80CA-4629-7FC0D5618CEE}" dt="2026-05-13T08:21:36.028" v="6" actId="20577"/>
          <ac:spMkLst>
            <pc:docMk/>
            <pc:sldMk cId="3720583467" sldId="364"/>
            <ac:spMk id="21" creationId="{7F5BC0D9-B205-6944-3F4D-2675263891F6}"/>
          </ac:spMkLst>
        </pc:spChg>
      </pc:sldChg>
      <pc:sldChg chg="addSp modSp">
        <pc:chgData name="FANTASIA Luc" userId="S::luc.fantasia@isae-supmeca.fr::31f77f18-0ecd-4e86-befc-49360a6831b8" providerId="AD" clId="Web-{43940C79-7BF3-80CA-4629-7FC0D5618CEE}" dt="2026-05-13T08:45:23.011" v="346" actId="1076"/>
        <pc:sldMkLst>
          <pc:docMk/>
          <pc:sldMk cId="848132391" sldId="366"/>
        </pc:sldMkLst>
        <pc:picChg chg="add mod">
          <ac:chgData name="FANTASIA Luc" userId="S::luc.fantasia@isae-supmeca.fr::31f77f18-0ecd-4e86-befc-49360a6831b8" providerId="AD" clId="Web-{43940C79-7BF3-80CA-4629-7FC0D5618CEE}" dt="2026-05-13T08:45:23.011" v="346" actId="1076"/>
          <ac:picMkLst>
            <pc:docMk/>
            <pc:sldMk cId="848132391" sldId="366"/>
            <ac:picMk id="4" creationId="{B18E8C44-8561-D7F2-1DCF-8D5B7C705B6B}"/>
          </ac:picMkLst>
        </pc:picChg>
      </pc:sldChg>
      <pc:sldChg chg="addSp delSp modSp">
        <pc:chgData name="FANTASIA Luc" userId="S::luc.fantasia@isae-supmeca.fr::31f77f18-0ecd-4e86-befc-49360a6831b8" providerId="AD" clId="Web-{43940C79-7BF3-80CA-4629-7FC0D5618CEE}" dt="2026-05-13T08:44:50.509" v="344"/>
        <pc:sldMkLst>
          <pc:docMk/>
          <pc:sldMk cId="2000876177" sldId="367"/>
        </pc:sldMkLst>
      </pc:sldChg>
    </pc:docChg>
  </pc:docChgLst>
  <pc:docChgLst>
    <pc:chgData name="FANTASIA Luc" userId="S::luc.fantasia@isae-supmeca.fr::31f77f18-0ecd-4e86-befc-49360a6831b8" providerId="AD" clId="Web-{C052E7CE-FE97-8168-4FCA-5A696F006106}"/>
    <pc:docChg chg="modSld">
      <pc:chgData name="FANTASIA Luc" userId="S::luc.fantasia@isae-supmeca.fr::31f77f18-0ecd-4e86-befc-49360a6831b8" providerId="AD" clId="Web-{C052E7CE-FE97-8168-4FCA-5A696F006106}" dt="2026-05-11T07:42:42.932" v="187" actId="20577"/>
      <pc:docMkLst>
        <pc:docMk/>
      </pc:docMkLst>
    </pc:docChg>
  </pc:docChgLst>
  <pc:docChgLst>
    <pc:chgData name="FANTASIA Luc" userId="S::luc.fantasia@isae-supmeca.fr::31f77f18-0ecd-4e86-befc-49360a6831b8" providerId="AD" clId="Web-{89318285-F392-12A7-3DBB-55F4E9640F70}"/>
    <pc:docChg chg="addSld modSld sldOrd">
      <pc:chgData name="FANTASIA Luc" userId="S::luc.fantasia@isae-supmeca.fr::31f77f18-0ecd-4e86-befc-49360a6831b8" providerId="AD" clId="Web-{89318285-F392-12A7-3DBB-55F4E9640F70}" dt="2026-05-13T08:15:03.050" v="231"/>
      <pc:docMkLst>
        <pc:docMk/>
      </pc:docMkLst>
      <pc:sldChg chg="addSp delSp modSp add replId">
        <pc:chgData name="FANTASIA Luc" userId="S::luc.fantasia@isae-supmeca.fr::31f77f18-0ecd-4e86-befc-49360a6831b8" providerId="AD" clId="Web-{89318285-F392-12A7-3DBB-55F4E9640F70}" dt="2026-05-13T08:03:37.008" v="22" actId="20577"/>
        <pc:sldMkLst>
          <pc:docMk/>
          <pc:sldMk cId="3786785288" sldId="354"/>
        </pc:sldMkLst>
        <pc:spChg chg="mod">
          <ac:chgData name="FANTASIA Luc" userId="S::luc.fantasia@isae-supmeca.fr::31f77f18-0ecd-4e86-befc-49360a6831b8" providerId="AD" clId="Web-{89318285-F392-12A7-3DBB-55F4E9640F70}" dt="2026-05-13T08:03:37.008" v="22" actId="20577"/>
          <ac:spMkLst>
            <pc:docMk/>
            <pc:sldMk cId="3786785288" sldId="354"/>
            <ac:spMk id="2" creationId="{675E04D9-FB7D-353B-E6A4-9F97EFC48C0D}"/>
          </ac:spMkLst>
        </pc:spChg>
      </pc:sldChg>
      <pc:sldChg chg="addSp delSp modSp add replId">
        <pc:chgData name="FANTASIA Luc" userId="S::luc.fantasia@isae-supmeca.fr::31f77f18-0ecd-4e86-befc-49360a6831b8" providerId="AD" clId="Web-{89318285-F392-12A7-3DBB-55F4E9640F70}" dt="2026-05-13T08:05:34.785" v="54"/>
        <pc:sldMkLst>
          <pc:docMk/>
          <pc:sldMk cId="852535266" sldId="355"/>
        </pc:sldMkLst>
        <pc:spChg chg="add mod">
          <ac:chgData name="FANTASIA Luc" userId="S::luc.fantasia@isae-supmeca.fr::31f77f18-0ecd-4e86-befc-49360a6831b8" providerId="AD" clId="Web-{89318285-F392-12A7-3DBB-55F4E9640F70}" dt="2026-05-13T08:05:22.127" v="50" actId="20577"/>
          <ac:spMkLst>
            <pc:docMk/>
            <pc:sldMk cId="852535266" sldId="355"/>
            <ac:spMk id="5" creationId="{66ECF74E-4EC1-BD29-9C13-AE9809F51A53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03:48.821" v="26" actId="20577"/>
          <ac:spMkLst>
            <pc:docMk/>
            <pc:sldMk cId="852535266" sldId="355"/>
            <ac:spMk id="21" creationId="{ACC8F0C9-7D1B-2F6C-1F07-C46F1C309E2D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06:46.075" v="61" actId="20577"/>
        <pc:sldMkLst>
          <pc:docMk/>
          <pc:sldMk cId="1813707985" sldId="356"/>
        </pc:sldMkLst>
        <pc:spChg chg="mod">
          <ac:chgData name="FANTASIA Luc" userId="S::luc.fantasia@isae-supmeca.fr::31f77f18-0ecd-4e86-befc-49360a6831b8" providerId="AD" clId="Web-{89318285-F392-12A7-3DBB-55F4E9640F70}" dt="2026-05-13T08:06:40.777" v="60" actId="20577"/>
          <ac:spMkLst>
            <pc:docMk/>
            <pc:sldMk cId="1813707985" sldId="356"/>
            <ac:spMk id="2" creationId="{65685AC0-5AC0-8E43-1729-063CDBBB011B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06:46.075" v="61" actId="20577"/>
          <ac:spMkLst>
            <pc:docMk/>
            <pc:sldMk cId="1813707985" sldId="356"/>
            <ac:spMk id="3" creationId="{8F875972-4105-B4A9-D44D-B3A864B94F68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07:13.422" v="76" actId="20577"/>
        <pc:sldMkLst>
          <pc:docMk/>
          <pc:sldMk cId="1979557302" sldId="357"/>
        </pc:sldMkLst>
        <pc:spChg chg="mod">
          <ac:chgData name="FANTASIA Luc" userId="S::luc.fantasia@isae-supmeca.fr::31f77f18-0ecd-4e86-befc-49360a6831b8" providerId="AD" clId="Web-{89318285-F392-12A7-3DBB-55F4E9640F70}" dt="2026-05-13T08:07:13.422" v="76" actId="20577"/>
          <ac:spMkLst>
            <pc:docMk/>
            <pc:sldMk cId="1979557302" sldId="357"/>
            <ac:spMk id="5" creationId="{CBE1D619-A591-E86A-0640-33CE53C5533E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06:50.747" v="62" actId="20577"/>
          <ac:spMkLst>
            <pc:docMk/>
            <pc:sldMk cId="1979557302" sldId="357"/>
            <ac:spMk id="21" creationId="{ACB98EEC-1FB2-B729-425B-AAFAFD62AB28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08:01.958" v="100" actId="20577"/>
        <pc:sldMkLst>
          <pc:docMk/>
          <pc:sldMk cId="1727512757" sldId="358"/>
        </pc:sldMkLst>
        <pc:spChg chg="mod">
          <ac:chgData name="FANTASIA Luc" userId="S::luc.fantasia@isae-supmeca.fr::31f77f18-0ecd-4e86-befc-49360a6831b8" providerId="AD" clId="Web-{89318285-F392-12A7-3DBB-55F4E9640F70}" dt="2026-05-13T08:08:01.958" v="100" actId="20577"/>
          <ac:spMkLst>
            <pc:docMk/>
            <pc:sldMk cId="1727512757" sldId="358"/>
            <ac:spMk id="5" creationId="{CBE75456-07D1-3B3E-6683-04583081E289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07:31.627" v="82" actId="20577"/>
          <ac:spMkLst>
            <pc:docMk/>
            <pc:sldMk cId="1727512757" sldId="358"/>
            <ac:spMk id="21" creationId="{0351C83F-0688-0B8C-B50C-24EDF0A4D437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08:56.510" v="106" actId="20577"/>
        <pc:sldMkLst>
          <pc:docMk/>
          <pc:sldMk cId="832079521" sldId="359"/>
        </pc:sldMkLst>
        <pc:spChg chg="mod">
          <ac:chgData name="FANTASIA Luc" userId="S::luc.fantasia@isae-supmeca.fr::31f77f18-0ecd-4e86-befc-49360a6831b8" providerId="AD" clId="Web-{89318285-F392-12A7-3DBB-55F4E9640F70}" dt="2026-05-13T08:08:56.510" v="106" actId="20577"/>
          <ac:spMkLst>
            <pc:docMk/>
            <pc:sldMk cId="832079521" sldId="359"/>
            <ac:spMk id="3" creationId="{07732A76-4969-4A60-4B9A-5D4480B1D1B2}"/>
          </ac:spMkLst>
        </pc:spChg>
      </pc:sldChg>
      <pc:sldChg chg="addSp modSp add replId">
        <pc:chgData name="FANTASIA Luc" userId="S::luc.fantasia@isae-supmeca.fr::31f77f18-0ecd-4e86-befc-49360a6831b8" providerId="AD" clId="Web-{89318285-F392-12A7-3DBB-55F4E9640F70}" dt="2026-05-13T08:13:49.234" v="198" actId="20577"/>
        <pc:sldMkLst>
          <pc:docMk/>
          <pc:sldMk cId="2251694486" sldId="362"/>
        </pc:sldMkLst>
        <pc:spChg chg="add mod">
          <ac:chgData name="FANTASIA Luc" userId="S::luc.fantasia@isae-supmeca.fr::31f77f18-0ecd-4e86-befc-49360a6831b8" providerId="AD" clId="Web-{89318285-F392-12A7-3DBB-55F4E9640F70}" dt="2026-05-13T08:13:49.234" v="198" actId="20577"/>
          <ac:spMkLst>
            <pc:docMk/>
            <pc:sldMk cId="2251694486" sldId="362"/>
            <ac:spMk id="5" creationId="{D6E783B7-9452-5206-1DDD-F01DDBC63DD7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13:17.138" v="181" actId="20577"/>
          <ac:spMkLst>
            <pc:docMk/>
            <pc:sldMk cId="2251694486" sldId="362"/>
            <ac:spMk id="21" creationId="{F45F5C40-1A0F-8528-BFA4-F40DD40CAB67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13:15.481" v="180" actId="20577"/>
        <pc:sldMkLst>
          <pc:docMk/>
          <pc:sldMk cId="927523070" sldId="363"/>
        </pc:sldMkLst>
        <pc:spChg chg="mod">
          <ac:chgData name="FANTASIA Luc" userId="S::luc.fantasia@isae-supmeca.fr::31f77f18-0ecd-4e86-befc-49360a6831b8" providerId="AD" clId="Web-{89318285-F392-12A7-3DBB-55F4E9640F70}" dt="2026-05-13T08:13:15.481" v="180" actId="20577"/>
          <ac:spMkLst>
            <pc:docMk/>
            <pc:sldMk cId="927523070" sldId="363"/>
            <ac:spMk id="2" creationId="{9CEBB664-ADC9-74A4-3D5F-5B8E779F927E}"/>
          </ac:spMkLst>
        </pc:spChg>
      </pc:sldChg>
      <pc:sldChg chg="addSp modSp add ord replId">
        <pc:chgData name="FANTASIA Luc" userId="S::luc.fantasia@isae-supmeca.fr::31f77f18-0ecd-4e86-befc-49360a6831b8" providerId="AD" clId="Web-{89318285-F392-12A7-3DBB-55F4E9640F70}" dt="2026-05-13T08:12:54.652" v="178"/>
        <pc:sldMkLst>
          <pc:docMk/>
          <pc:sldMk cId="3720583467" sldId="364"/>
        </pc:sldMkLst>
        <pc:spChg chg="add mod">
          <ac:chgData name="FANTASIA Luc" userId="S::luc.fantasia@isae-supmeca.fr::31f77f18-0ecd-4e86-befc-49360a6831b8" providerId="AD" clId="Web-{89318285-F392-12A7-3DBB-55F4E9640F70}" dt="2026-05-13T08:12:46.230" v="175" actId="20577"/>
          <ac:spMkLst>
            <pc:docMk/>
            <pc:sldMk cId="3720583467" sldId="364"/>
            <ac:spMk id="5" creationId="{78393A7E-1CEA-255A-252E-BAE7ADB3F364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12:51.058" v="177" actId="20577"/>
          <ac:spMkLst>
            <pc:docMk/>
            <pc:sldMk cId="3720583467" sldId="364"/>
            <ac:spMk id="21" creationId="{7F5BC0D9-B205-6944-3F4D-2675263891F6}"/>
          </ac:spMkLst>
        </pc:spChg>
      </pc:sldChg>
      <pc:sldChg chg="addSp delSp modSp add ord replId">
        <pc:chgData name="FANTASIA Luc" userId="S::luc.fantasia@isae-supmeca.fr::31f77f18-0ecd-4e86-befc-49360a6831b8" providerId="AD" clId="Web-{89318285-F392-12A7-3DBB-55F4E9640F70}" dt="2026-05-13T08:12:54.652" v="179"/>
        <pc:sldMkLst>
          <pc:docMk/>
          <pc:sldMk cId="1279793003" sldId="365"/>
        </pc:sldMkLst>
        <pc:spChg chg="mod">
          <ac:chgData name="FANTASIA Luc" userId="S::luc.fantasia@isae-supmeca.fr::31f77f18-0ecd-4e86-befc-49360a6831b8" providerId="AD" clId="Web-{89318285-F392-12A7-3DBB-55F4E9640F70}" dt="2026-05-13T08:11:21.380" v="133" actId="20577"/>
          <ac:spMkLst>
            <pc:docMk/>
            <pc:sldMk cId="1279793003" sldId="365"/>
            <ac:spMk id="2" creationId="{EEFC6188-D9F0-ED6E-DC6A-064C1BAF47FA}"/>
          </ac:spMkLst>
        </pc:spChg>
      </pc:sldChg>
      <pc:sldChg chg="addSp modSp add replId">
        <pc:chgData name="FANTASIA Luc" userId="S::luc.fantasia@isae-supmeca.fr::31f77f18-0ecd-4e86-befc-49360a6831b8" providerId="AD" clId="Web-{89318285-F392-12A7-3DBB-55F4E9640F70}" dt="2026-05-13T08:14:59.956" v="229" actId="20577"/>
        <pc:sldMkLst>
          <pc:docMk/>
          <pc:sldMk cId="848132391" sldId="366"/>
        </pc:sldMkLst>
        <pc:spChg chg="add mod">
          <ac:chgData name="FANTASIA Luc" userId="S::luc.fantasia@isae-supmeca.fr::31f77f18-0ecd-4e86-befc-49360a6831b8" providerId="AD" clId="Web-{89318285-F392-12A7-3DBB-55F4E9640F70}" dt="2026-05-13T08:14:39.596" v="224" actId="20577"/>
          <ac:spMkLst>
            <pc:docMk/>
            <pc:sldMk cId="848132391" sldId="366"/>
            <ac:spMk id="5" creationId="{4D57C57D-66CD-91DF-FF93-BE7768D37E2E}"/>
          </ac:spMkLst>
        </pc:spChg>
        <pc:spChg chg="mod">
          <ac:chgData name="FANTASIA Luc" userId="S::luc.fantasia@isae-supmeca.fr::31f77f18-0ecd-4e86-befc-49360a6831b8" providerId="AD" clId="Web-{89318285-F392-12A7-3DBB-55F4E9640F70}" dt="2026-05-13T08:14:59.956" v="229" actId="20577"/>
          <ac:spMkLst>
            <pc:docMk/>
            <pc:sldMk cId="848132391" sldId="366"/>
            <ac:spMk id="21" creationId="{BA4596B0-88E3-7AE4-7F51-E3B6754C60B3}"/>
          </ac:spMkLst>
        </pc:spChg>
      </pc:sldChg>
      <pc:sldChg chg="modSp add replId">
        <pc:chgData name="FANTASIA Luc" userId="S::luc.fantasia@isae-supmeca.fr::31f77f18-0ecd-4e86-befc-49360a6831b8" providerId="AD" clId="Web-{89318285-F392-12A7-3DBB-55F4E9640F70}" dt="2026-05-13T08:14:00.031" v="202" actId="20577"/>
        <pc:sldMkLst>
          <pc:docMk/>
          <pc:sldMk cId="2000876177" sldId="367"/>
        </pc:sldMkLst>
        <pc:spChg chg="mod">
          <ac:chgData name="FANTASIA Luc" userId="S::luc.fantasia@isae-supmeca.fr::31f77f18-0ecd-4e86-befc-49360a6831b8" providerId="AD" clId="Web-{89318285-F392-12A7-3DBB-55F4E9640F70}" dt="2026-05-13T08:14:00.031" v="202" actId="20577"/>
          <ac:spMkLst>
            <pc:docMk/>
            <pc:sldMk cId="2000876177" sldId="367"/>
            <ac:spMk id="2" creationId="{0EC1417E-3397-50C5-39C9-BE78796AE9A6}"/>
          </ac:spMkLst>
        </pc:spChg>
      </pc:sldChg>
    </pc:docChg>
  </pc:docChgLst>
  <pc:docChgLst>
    <pc:chgData name="FANTASIA Luc" userId="S::luc.fantasia@isae-supmeca.fr::31f77f18-0ecd-4e86-befc-49360a6831b8" providerId="AD" clId="Web-{9795555C-A84D-3975-7D90-0A2C3BBA9BD0}"/>
    <pc:docChg chg="addSld delSld modSld sldOrd">
      <pc:chgData name="FANTASIA Luc" userId="S::luc.fantasia@isae-supmeca.fr::31f77f18-0ecd-4e86-befc-49360a6831b8" providerId="AD" clId="Web-{9795555C-A84D-3975-7D90-0A2C3BBA9BD0}" dt="2026-05-05T12:49:04.496" v="86" actId="20577"/>
      <pc:docMkLst>
        <pc:docMk/>
      </pc:docMkLst>
      <pc:sldChg chg="delSp modSp">
        <pc:chgData name="FANTASIA Luc" userId="S::luc.fantasia@isae-supmeca.fr::31f77f18-0ecd-4e86-befc-49360a6831b8" providerId="AD" clId="Web-{9795555C-A84D-3975-7D90-0A2C3BBA9BD0}" dt="2026-05-05T12:47:24.665" v="67" actId="20577"/>
        <pc:sldMkLst>
          <pc:docMk/>
          <pc:sldMk cId="2241530476" sldId="351"/>
        </pc:sldMkLst>
        <pc:spChg chg="mod">
          <ac:chgData name="FANTASIA Luc" userId="S::luc.fantasia@isae-supmeca.fr::31f77f18-0ecd-4e86-befc-49360a6831b8" providerId="AD" clId="Web-{9795555C-A84D-3975-7D90-0A2C3BBA9BD0}" dt="2026-05-05T12:47:24.665" v="67" actId="20577"/>
          <ac:spMkLst>
            <pc:docMk/>
            <pc:sldMk cId="2241530476" sldId="351"/>
            <ac:spMk id="8" creationId="{6435062A-C2A6-1F96-8FD5-CB464238744C}"/>
          </ac:spMkLst>
        </pc:spChg>
        <pc:spChg chg="mod">
          <ac:chgData name="FANTASIA Luc" userId="S::luc.fantasia@isae-supmeca.fr::31f77f18-0ecd-4e86-befc-49360a6831b8" providerId="AD" clId="Web-{9795555C-A84D-3975-7D90-0A2C3BBA9BD0}" dt="2026-05-05T12:47:21.775" v="66" actId="20577"/>
          <ac:spMkLst>
            <pc:docMk/>
            <pc:sldMk cId="2241530476" sldId="351"/>
            <ac:spMk id="12" creationId="{332C09DC-4522-CFD8-3D4A-944AD4394FEB}"/>
          </ac:spMkLst>
        </pc:spChg>
        <pc:picChg chg="mod">
          <ac:chgData name="FANTASIA Luc" userId="S::luc.fantasia@isae-supmeca.fr::31f77f18-0ecd-4e86-befc-49360a6831b8" providerId="AD" clId="Web-{9795555C-A84D-3975-7D90-0A2C3BBA9BD0}" dt="2026-05-05T12:44:18.722" v="2" actId="1076"/>
          <ac:picMkLst>
            <pc:docMk/>
            <pc:sldMk cId="2241530476" sldId="351"/>
            <ac:picMk id="2" creationId="{E3F336B0-FCE4-CE01-550C-A3A751633172}"/>
          </ac:picMkLst>
        </pc:picChg>
      </pc:sldChg>
    </pc:docChg>
  </pc:docChgLst>
  <pc:docChgLst>
    <pc:chgData clId="Web-{9795555C-A84D-3975-7D90-0A2C3BBA9BD0}"/>
    <pc:docChg chg="delSld">
      <pc:chgData name="" userId="" providerId="" clId="Web-{9795555C-A84D-3975-7D90-0A2C3BBA9BD0}" dt="2026-05-05T12:43:58.518" v="1"/>
      <pc:docMkLst>
        <pc:docMk/>
      </pc:docMkLst>
    </pc:docChg>
  </pc:docChgLst>
  <pc:docChgLst>
    <pc:chgData name="NOWAK Alexandre" userId="S::alexandre.nowak@isae-supmeca.fr::656e79b9-b57e-4614-a190-c29086081855" providerId="AD" clId="Web-{44C239E2-B7C3-89CA-D0AE-DAB33F46E19C}"/>
    <pc:docChg chg="modSld">
      <pc:chgData name="NOWAK Alexandre" userId="S::alexandre.nowak@isae-supmeca.fr::656e79b9-b57e-4614-a190-c29086081855" providerId="AD" clId="Web-{44C239E2-B7C3-89CA-D0AE-DAB33F46E19C}" dt="2026-05-13T08:11:21.265" v="11" actId="20577"/>
      <pc:docMkLst>
        <pc:docMk/>
      </pc:docMkLst>
      <pc:sldChg chg="modSp">
        <pc:chgData name="NOWAK Alexandre" userId="S::alexandre.nowak@isae-supmeca.fr::656e79b9-b57e-4614-a190-c29086081855" providerId="AD" clId="Web-{44C239E2-B7C3-89CA-D0AE-DAB33F46E19C}" dt="2026-05-13T08:08:49.865" v="3" actId="20577"/>
        <pc:sldMkLst>
          <pc:docMk/>
          <pc:sldMk cId="1979557302" sldId="357"/>
        </pc:sldMkLst>
        <pc:spChg chg="mod">
          <ac:chgData name="NOWAK Alexandre" userId="S::alexandre.nowak@isae-supmeca.fr::656e79b9-b57e-4614-a190-c29086081855" providerId="AD" clId="Web-{44C239E2-B7C3-89CA-D0AE-DAB33F46E19C}" dt="2026-05-13T08:08:49.865" v="3" actId="20577"/>
          <ac:spMkLst>
            <pc:docMk/>
            <pc:sldMk cId="1979557302" sldId="357"/>
            <ac:spMk id="5" creationId="{CBE1D619-A591-E86A-0640-33CE53C5533E}"/>
          </ac:spMkLst>
        </pc:spChg>
      </pc:sldChg>
      <pc:sldChg chg="modSp">
        <pc:chgData name="NOWAK Alexandre" userId="S::alexandre.nowak@isae-supmeca.fr::656e79b9-b57e-4614-a190-c29086081855" providerId="AD" clId="Web-{44C239E2-B7C3-89CA-D0AE-DAB33F46E19C}" dt="2026-05-13T08:09:10.194" v="7" actId="20577"/>
        <pc:sldMkLst>
          <pc:docMk/>
          <pc:sldMk cId="1727512757" sldId="358"/>
        </pc:sldMkLst>
        <pc:spChg chg="mod">
          <ac:chgData name="NOWAK Alexandre" userId="S::alexandre.nowak@isae-supmeca.fr::656e79b9-b57e-4614-a190-c29086081855" providerId="AD" clId="Web-{44C239E2-B7C3-89CA-D0AE-DAB33F46E19C}" dt="2026-05-13T08:09:10.194" v="7" actId="20577"/>
          <ac:spMkLst>
            <pc:docMk/>
            <pc:sldMk cId="1727512757" sldId="358"/>
            <ac:spMk id="5" creationId="{CBE75456-07D1-3B3E-6683-04583081E289}"/>
          </ac:spMkLst>
        </pc:spChg>
      </pc:sldChg>
    </pc:docChg>
  </pc:docChgLst>
  <pc:docChgLst>
    <pc:chgData name="FANTASIA Luc" userId="S::luc.fantasia@isae-supmeca.fr::31f77f18-0ecd-4e86-befc-49360a6831b8" providerId="AD" clId="Web-{70FFD89D-213B-AF24-0AB6-CD9285CB4DBA}"/>
    <pc:docChg chg="modSld">
      <pc:chgData name="FANTASIA Luc" userId="S::luc.fantasia@isae-supmeca.fr::31f77f18-0ecd-4e86-befc-49360a6831b8" providerId="AD" clId="Web-{70FFD89D-213B-AF24-0AB6-CD9285CB4DBA}" dt="2026-05-20T09:12:28.103" v="6" actId="20577"/>
      <pc:docMkLst>
        <pc:docMk/>
      </pc:docMkLst>
      <pc:sldChg chg="addSp delSp modSp">
        <pc:chgData name="FANTASIA Luc" userId="S::luc.fantasia@isae-supmeca.fr::31f77f18-0ecd-4e86-befc-49360a6831b8" providerId="AD" clId="Web-{70FFD89D-213B-AF24-0AB6-CD9285CB4DBA}" dt="2026-05-20T09:12:28.103" v="6" actId="20577"/>
        <pc:sldMkLst>
          <pc:docMk/>
          <pc:sldMk cId="2241530476" sldId="351"/>
        </pc:sldMkLst>
        <pc:spChg chg="add del mod">
          <ac:chgData name="FANTASIA Luc" userId="S::luc.fantasia@isae-supmeca.fr::31f77f18-0ecd-4e86-befc-49360a6831b8" providerId="AD" clId="Web-{70FFD89D-213B-AF24-0AB6-CD9285CB4DBA}" dt="2026-05-20T09:12:28.103" v="6" actId="20577"/>
          <ac:spMkLst>
            <pc:docMk/>
            <pc:sldMk cId="2241530476" sldId="351"/>
            <ac:spMk id="13" creationId="{E3220EBC-A72A-C19F-6EAD-3802BD2883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1FE7B-5799-4BD5-9478-C6864C9BEFBE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8A01-DFAF-4609-8054-47B931FEEC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80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EB028-7FD4-47D5-98C7-4B192024BFF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FFF74-3CCB-462C-8F95-639BB2BF6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10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633-770F-E6CA-5B63-A9B24CD7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7593CB-00D0-B657-1BC6-0E2025F9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E78EEEE-8975-2DBB-C816-525C4A52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0B90EA-1ACD-698D-3FFA-50A2A7D99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31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7D82-BF16-28F3-D175-44070D3A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97889B-44BC-D9C0-3B87-3D38E62EB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4609B8-7FE5-0648-AA42-CA68BE9B4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3A8DE0-D9B3-A619-4892-5ECF299AB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800C5-3077-E21E-ED35-84B88080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886A08-990E-615C-93A5-61EE12654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B4A03E9-E5C6-976C-FBDE-BB7F44FB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64F857-9F06-575D-9385-2EEF8B802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264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F95E-2034-EB6A-1D77-FAE7C289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791120D-C7DD-9E74-0888-60EA1A72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2BE753D-3D7F-8FE2-0271-EA5AC59CE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47E765-BD94-390C-15DD-E7842E308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879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8E39-D78D-63E5-5D46-051F6096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ACD3A9-E65A-2318-2BB2-4D4555B10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19B3033-0514-D6C2-7063-CA1BC1DE0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367816-424A-C63C-8016-5447280F1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618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DFC1-11D7-A956-8403-13AD4634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68B779-B853-218C-B811-D81D3A13C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D8B4D9F-F9A9-5EB5-9804-0E47DE29B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5B699E-B5B7-9C52-1EE9-CAEE38466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13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1233-89D9-7125-A26D-BB158C9DA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07BA0B-E1D2-E164-FD9D-2CE7BB2D2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874A79F-054C-5A82-C7B3-696CEBFF6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D03304-B6EA-E407-5E28-FF0666AD6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438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8613"/>
            <a:ext cx="8208912" cy="104514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4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F45F0C"/>
                </a:solidFill>
              </a:rPr>
              <a:t>|</a:t>
            </a:r>
            <a:r>
              <a:rPr lang="fr-FR">
                <a:solidFill>
                  <a:srgbClr val="F2F2F2"/>
                </a:solidFill>
              </a:rPr>
              <a:t>          </a:t>
            </a:r>
            <a:r>
              <a:rPr lang="fr-FR" b="1">
                <a:solidFill>
                  <a:schemeClr val="tx1">
                    <a:lumMod val="50000"/>
                  </a:schemeClr>
                </a:solidFill>
              </a:rPr>
              <a:t>ISAE-</a:t>
            </a:r>
            <a:r>
              <a:rPr lang="fr-FR" b="1" err="1">
                <a:solidFill>
                  <a:schemeClr val="tx1">
                    <a:lumMod val="50000"/>
                  </a:schemeClr>
                </a:solidFill>
              </a:rPr>
              <a:t>Supméca</a:t>
            </a:r>
            <a:r>
              <a:rPr lang="fr-FR">
                <a:solidFill>
                  <a:schemeClr val="tx1">
                    <a:lumMod val="50000"/>
                  </a:schemeClr>
                </a:solidFill>
              </a:rPr>
              <a:t> – Institut supérieur de mécanique de Paris          </a:t>
            </a:r>
            <a:r>
              <a:rPr lang="fr-FR">
                <a:solidFill>
                  <a:srgbClr val="F45F0C"/>
                </a:solidFill>
              </a:rPr>
              <a:t>|</a:t>
            </a:r>
            <a:endParaRPr lang="fr-FR">
              <a:solidFill>
                <a:srgbClr val="F2F2F2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7819"/>
            <a:ext cx="8208912" cy="10459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79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5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0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464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8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6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35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822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4699906"/>
            <a:ext cx="822960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07704" y="4717133"/>
            <a:ext cx="5328592" cy="374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239910A-A7F2-4E32-AD7E-D217E3F309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66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7" r:id="rId3"/>
    <p:sldLayoutId id="2147483680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753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91680" y="4767263"/>
            <a:ext cx="5760640" cy="274637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52320" y="4767263"/>
            <a:ext cx="123448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rgbClr val="132133"/>
                </a:solidFill>
              </a:defRPr>
            </a:lvl1pPr>
          </a:lstStyle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457200" y="4659982"/>
            <a:ext cx="8229600" cy="0"/>
          </a:xfrm>
          <a:prstGeom prst="line">
            <a:avLst/>
          </a:prstGeom>
          <a:ln w="127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</p:spTree>
    <p:extLst>
      <p:ext uri="{BB962C8B-B14F-4D97-AF65-F5344CB8AC3E}">
        <p14:creationId xmlns:p14="http://schemas.microsoft.com/office/powerpoint/2010/main" val="76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0" r:id="rId2"/>
    <p:sldLayoutId id="2147483672" r:id="rId3"/>
    <p:sldLayoutId id="2147483673" r:id="rId4"/>
    <p:sldLayoutId id="214748367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1520" y="195487"/>
            <a:ext cx="8640960" cy="460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51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114300" algn="ctr" rotWithShape="0">
              <a:prstClr val="black">
                <a:alpha val="54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54E5-FB68-7EA0-2C3F-237BFD26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C42BB3-609F-4257-89EC-3C6A5CC8E416}"/>
              </a:ext>
            </a:extLst>
          </p:cNvPr>
          <p:cNvSpPr/>
          <p:nvPr/>
        </p:nvSpPr>
        <p:spPr>
          <a:xfrm>
            <a:off x="4437" y="-3175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26450D1-E710-1386-07CC-8A1BD3D0D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35062A-C2A6-1F96-8FD5-CB464238744C}"/>
              </a:ext>
            </a:extLst>
          </p:cNvPr>
          <p:cNvSpPr txBox="1"/>
          <p:nvPr/>
        </p:nvSpPr>
        <p:spPr>
          <a:xfrm>
            <a:off x="1219844" y="3385486"/>
            <a:ext cx="6696743" cy="830997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 algn="ctr"/>
            <a:r>
              <a:rPr lang="fr-FR" sz="2400" b="1" cap="all">
                <a:solidFill>
                  <a:schemeClr val="bg2"/>
                </a:solidFill>
                <a:ea typeface="+mn-lt"/>
                <a:cs typeface="+mn-lt"/>
              </a:rPr>
              <a:t>Simulation du mouvement humain et interaction homme-robot dans RoboDK</a:t>
            </a:r>
            <a:endParaRPr lang="fr-FR" b="1">
              <a:solidFill>
                <a:schemeClr val="bg2"/>
              </a:solidFill>
              <a:ea typeface="Source Sans Pro"/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3B85B86-DFA2-77E9-2BBE-46BDC11C8A3B}"/>
              </a:ext>
            </a:extLst>
          </p:cNvPr>
          <p:cNvCxnSpPr/>
          <p:nvPr/>
        </p:nvCxnSpPr>
        <p:spPr>
          <a:xfrm>
            <a:off x="449633" y="3196637"/>
            <a:ext cx="8237167" cy="0"/>
          </a:xfrm>
          <a:prstGeom prst="line">
            <a:avLst/>
          </a:prstGeom>
          <a:ln w="190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E3F336B0-FCE4-CE01-550C-A3A7516331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848" y="396247"/>
            <a:ext cx="3159765" cy="236982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32C09DC-4522-CFD8-3D4A-944AD4394FEB}"/>
              </a:ext>
            </a:extLst>
          </p:cNvPr>
          <p:cNvSpPr txBox="1"/>
          <p:nvPr/>
        </p:nvSpPr>
        <p:spPr>
          <a:xfrm>
            <a:off x="1219842" y="4280197"/>
            <a:ext cx="6696743" cy="307777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 algn="ctr"/>
            <a:r>
              <a:rPr lang="fr-FR" sz="1400" cap="all">
                <a:solidFill>
                  <a:schemeClr val="bg2"/>
                </a:solidFill>
                <a:latin typeface="+mj-lt"/>
              </a:rPr>
              <a:t>Nikoloz Khachidze, Alexandre nowak, Luc Fantasia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220EBC-A72A-C19F-6EAD-3802BD28835C}"/>
              </a:ext>
            </a:extLst>
          </p:cNvPr>
          <p:cNvSpPr txBox="1"/>
          <p:nvPr/>
        </p:nvSpPr>
        <p:spPr>
          <a:xfrm>
            <a:off x="1228065" y="4669733"/>
            <a:ext cx="6696743" cy="261610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 algn="ctr"/>
            <a:r>
              <a:rPr lang="fr-FR" sz="1100" cap="all">
                <a:solidFill>
                  <a:schemeClr val="bg2"/>
                </a:solidFill>
                <a:latin typeface="+mj-lt"/>
              </a:rPr>
              <a:t>Avril 2026 - Juin 2026</a:t>
            </a:r>
            <a:endParaRPr lang="fr-FR" sz="1100" cap="all">
              <a:solidFill>
                <a:schemeClr val="bg2"/>
              </a:solidFill>
              <a:latin typeface="+mj-lt"/>
              <a:ea typeface="Source Sans Pro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153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4824F-58D3-0563-E5C2-2937BF48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E04D9-FB7D-353B-E6A4-9F97EFC48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Contexte du projet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C7E653-9A2E-EA62-2419-E0602E039D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5EE2C1-D284-F101-1BDA-7CFD35B718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378678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088B-9125-1664-D6FA-EDDF2825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ACC8F0C9-7D1B-2F6C-1F07-C46F1C309E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Contexte du projet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190A3BD-1E30-EECC-9AC0-80695E2FA197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D1C3CDB-7E05-DC99-2F22-F1BCAC0C0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C4F3EE4-F7AE-2EA7-02CA-E53320378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6ECF74E-4EC1-BD29-9C13-AE9809F51A53}"/>
              </a:ext>
            </a:extLst>
          </p:cNvPr>
          <p:cNvSpPr txBox="1"/>
          <p:nvPr/>
        </p:nvSpPr>
        <p:spPr>
          <a:xfrm>
            <a:off x="470345" y="902027"/>
            <a:ext cx="8232556" cy="33312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ea typeface="+mn-lt"/>
                <a:cs typeface="+mn-lt"/>
              </a:rPr>
              <a:t>L’évolution des systèmes industriels collaboratifs conduit à une intégration </a:t>
            </a:r>
            <a:endParaRPr lang="fr-FR" sz="1400"/>
          </a:p>
          <a:p>
            <a:r>
              <a:rPr lang="fr-FR" sz="1600">
                <a:ea typeface="+mn-lt"/>
                <a:cs typeface="+mn-lt"/>
              </a:rPr>
              <a:t>croissante des robots au sein d’environnements partagés avec les opérateurs </a:t>
            </a:r>
            <a:endParaRPr lang="fr-FR" sz="1400"/>
          </a:p>
          <a:p>
            <a:r>
              <a:rPr lang="fr-FR" sz="1600">
                <a:ea typeface="+mn-lt"/>
                <a:cs typeface="+mn-lt"/>
              </a:rPr>
              <a:t>humains. </a:t>
            </a:r>
            <a:endParaRPr lang="fr-FR" sz="1400"/>
          </a:p>
          <a:p>
            <a:r>
              <a:rPr lang="fr-FR" sz="1600">
                <a:ea typeface="+mn-lt"/>
                <a:cs typeface="+mn-lt"/>
              </a:rPr>
              <a:t>L’objectif est de développer un modèle humain simplifié capable de : </a:t>
            </a:r>
            <a:endParaRPr lang="fr-FR" sz="1400"/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de reproduire des mouvements humains cohérents</a:t>
            </a:r>
            <a:endParaRPr lang="fr-FR" sz="1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d’interagir avec un robot dans un environnement collaboratif</a:t>
            </a:r>
            <a:endParaRPr lang="fr-FR" sz="1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de permettre l’analyse de scénarios homme-robot</a:t>
            </a:r>
            <a:endParaRPr lang="fr-FR" sz="1400">
              <a:ea typeface="Source Sans Pro"/>
            </a:endParaRPr>
          </a:p>
          <a:p>
            <a:endParaRPr lang="fr-FR" sz="1600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Cette simulation permettra : </a:t>
            </a:r>
            <a:endParaRPr lang="fr-FR" sz="1400"/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d’anticiper les interactions homme-robot</a:t>
            </a:r>
            <a:endParaRPr lang="fr-FR" sz="1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d’évaluer les risques de collision</a:t>
            </a:r>
            <a:endParaRPr lang="fr-FR" sz="1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d’analyser les contraintes ergonomiques </a:t>
            </a:r>
            <a:endParaRPr lang="fr-FR" sz="1400">
              <a:ea typeface="Source Sans Pro"/>
            </a:endParaRPr>
          </a:p>
          <a:p>
            <a:pPr marL="285750" indent="-285750">
              <a:lnSpc>
                <a:spcPts val="2360"/>
              </a:lnSpc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de tester différents scénarios avant une implantation réelle</a:t>
            </a:r>
            <a:endParaRPr lang="fr-FR" sz="14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85253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C212-2C74-B382-94AE-EAD97005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85AC0-5AC0-8E43-1729-063CDBBB0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Scénarios d’interaction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875972-4105-B4A9-D44D-B3A864B94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Scénario 1 : partage d’espace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997E3B-9AC6-2645-879C-A062425D2E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69AB61-F52D-588E-1F8C-D2C1A35FCA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181370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525E-3AA9-D3C0-9A54-E08CD6CF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ACB98EEC-1FB2-B729-425B-AAFAFD62AB2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>
                <a:ea typeface="+mj-lt"/>
                <a:cs typeface="+mj-lt"/>
              </a:rPr>
              <a:t>Scénario 1 : partage d’espace</a:t>
            </a:r>
            <a:endParaRPr lang="fr-FR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6CA1D05-D386-C256-FD81-4E4E3E46F0BB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E4309FF-7443-8280-95E9-69361D0B74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13C5D9B-9F06-0414-6755-15401BE3D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BE1D619-A591-E86A-0640-33CE53C5533E}"/>
              </a:ext>
            </a:extLst>
          </p:cNvPr>
          <p:cNvSpPr txBox="1"/>
          <p:nvPr/>
        </p:nvSpPr>
        <p:spPr>
          <a:xfrm>
            <a:off x="470345" y="902027"/>
            <a:ext cx="8232556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ea typeface="+mn-lt"/>
                <a:cs typeface="+mn-lt"/>
              </a:rPr>
              <a:t>L’opérateur et le robot travaillent ensemble dans la même zone. Le mannequin doit </a:t>
            </a:r>
            <a:endParaRPr lang="fr-FR"/>
          </a:p>
          <a:p>
            <a:r>
              <a:rPr lang="fr-FR" sz="1600">
                <a:ea typeface="+mn-lt"/>
                <a:cs typeface="+mn-lt"/>
              </a:rPr>
              <a:t>pouvoir se déplacer sans risque dans l’environnement pendant que le robot exécute </a:t>
            </a:r>
            <a:endParaRPr lang="fr-FR"/>
          </a:p>
          <a:p>
            <a:r>
              <a:rPr lang="fr-FR" sz="1600">
                <a:ea typeface="+mn-lt"/>
                <a:cs typeface="+mn-lt"/>
              </a:rPr>
              <a:t>une tâche.</a:t>
            </a:r>
            <a:endParaRPr lang="fr-FR"/>
          </a:p>
          <a:p>
            <a:endParaRPr lang="fr-FR" sz="1600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Objectifs :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visualiser les zones de proximité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étudier les risques de collision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fr-FR" sz="1600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Outils : 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déplacement du mannequin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distance minimale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arrêt ou ralentissement du robot</a:t>
            </a:r>
            <a:endParaRPr lang="fr-FR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979557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53E1-0256-4AB7-1D24-C1BEA557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97055-EBD3-000D-4AF4-73937421A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Scénarios d’interaction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732A76-4969-4A60-4B9A-5D4480B1D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solidFill>
                  <a:srgbClr val="F45F0C"/>
                </a:solidFill>
                <a:ea typeface="+mn-lt"/>
                <a:cs typeface="+mn-lt"/>
              </a:rPr>
              <a:t>Scénario 2 : transmission d’objet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55C73B-275A-F40F-35F6-59770D9EE9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4C450B-D698-D675-71BD-A54754966D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83207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0D62-9A13-2DF3-19F0-B5D95AFB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0351C83F-0688-0B8C-B50C-24EDF0A4D4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>
                <a:ea typeface="+mj-lt"/>
                <a:cs typeface="+mj-lt"/>
              </a:rPr>
              <a:t>Scénario 2 : transmission d’objet</a:t>
            </a:r>
            <a:endParaRPr lang="fr-FR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83DBB0D-5BA9-4F29-BABE-9D453A596B2A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C0987E4-966D-91E6-2A64-ABA7E8BDA9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624A25-1AA9-B0FD-BF79-02965C1F7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BE75456-07D1-3B3E-6683-04583081E289}"/>
              </a:ext>
            </a:extLst>
          </p:cNvPr>
          <p:cNvSpPr txBox="1"/>
          <p:nvPr/>
        </p:nvSpPr>
        <p:spPr>
          <a:xfrm>
            <a:off x="455877" y="945432"/>
            <a:ext cx="8232556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ea typeface="+mn-lt"/>
                <a:cs typeface="+mn-lt"/>
              </a:rPr>
              <a:t>Le mannequin saisit un objet puis le transmet au robot.</a:t>
            </a:r>
            <a:endParaRPr lang="fr-FR">
              <a:ea typeface="+mn-lt"/>
              <a:cs typeface="+mn-lt"/>
            </a:endParaRPr>
          </a:p>
          <a:p>
            <a:endParaRPr lang="fr-FR" sz="1600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Objectifs :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synchronisation des mouvements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interaction bras/robot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validation des trajectoires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fr-FR" sz="1600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Outils : 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mouvement du bras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positionnement de la main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trajectoires synchronisées</a:t>
            </a:r>
            <a:endParaRPr lang="fr-FR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751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4AC74-76DC-FC7F-A1A8-453BF7C6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C6188-D9F0-ED6E-DC6A-064C1BAF4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Exigences fonctionnelles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2FCA10-5D99-8079-A15F-76BCDA95CE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EC35CC-54FF-C8EC-440B-A6B2FB3D47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1279793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CF97-F868-4EBD-94AF-88129E24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7F5BC0D9-B205-6944-3F4D-2675263891F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fr-FR" sz="4400" err="1">
                <a:solidFill>
                  <a:srgbClr val="F2F2F2"/>
                </a:solidFill>
              </a:rPr>
              <a:t>xigences</a:t>
            </a:r>
            <a:r>
              <a:rPr lang="fr-FR" sz="4400">
                <a:solidFill>
                  <a:srgbClr val="F2F2F2"/>
                </a:solidFill>
              </a:rPr>
              <a:t> fonctionnelles</a:t>
            </a:r>
            <a:endParaRPr lang="fr-FR" sz="4400">
              <a:solidFill>
                <a:srgbClr val="000000"/>
              </a:solidFill>
            </a:endParaRPr>
          </a:p>
          <a:p>
            <a:endParaRPr lang="fr-FR">
              <a:ea typeface="Source Sans Pro Black"/>
            </a:endParaRP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B39827A-A302-11EA-122A-A4D8941D3C07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DE74BE9-6157-5E9A-0558-58C7A119C9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D410567-2716-2754-27EC-83221E1244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8393A7E-1CEA-255A-252E-BAE7ADB3F364}"/>
              </a:ext>
            </a:extLst>
          </p:cNvPr>
          <p:cNvSpPr txBox="1"/>
          <p:nvPr/>
        </p:nvSpPr>
        <p:spPr>
          <a:xfrm>
            <a:off x="470345" y="902027"/>
            <a:ext cx="823255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ea typeface="+mn-lt"/>
                <a:cs typeface="+mn-lt"/>
              </a:rPr>
              <a:t>EF1 : La simulation d'un mannequin humain articulé doit s'effectuer dans l'environnement de    </a:t>
            </a:r>
            <a:r>
              <a:rPr lang="fr-FR" sz="1600" err="1">
                <a:ea typeface="+mn-lt"/>
                <a:cs typeface="+mn-lt"/>
              </a:rPr>
              <a:t>RoboDK</a:t>
            </a:r>
            <a:r>
              <a:rPr lang="fr-FR" sz="1600">
                <a:ea typeface="+mn-lt"/>
                <a:cs typeface="+mn-lt"/>
              </a:rPr>
              <a:t> pilotée grâce Python.</a:t>
            </a:r>
            <a:endParaRPr lang="fr-FR" err="1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EF2 : Le mannequin devra pouvoir réaliser des mouvements simples des membres </a:t>
            </a:r>
            <a:endParaRPr lang="fr-FR"/>
          </a:p>
          <a:p>
            <a:r>
              <a:rPr lang="fr-FR" sz="1600">
                <a:ea typeface="+mn-lt"/>
                <a:cs typeface="+mn-lt"/>
              </a:rPr>
              <a:t>   supérieurs et inférieurs.</a:t>
            </a:r>
            <a:endParaRPr lang="fr-FR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EF3 : Le système devra permettre l’animation synchronisée du mannequin et du robot.</a:t>
            </a:r>
            <a:endParaRPr lang="fr-FR">
              <a:ea typeface="+mn-lt"/>
              <a:cs typeface="+mn-lt"/>
            </a:endParaRPr>
          </a:p>
          <a:p>
            <a:r>
              <a:rPr lang="fr-FR" sz="1600">
                <a:ea typeface="+mn-lt"/>
                <a:cs typeface="+mn-lt"/>
              </a:rPr>
              <a:t>EF4 : Les situations de proximité entre l’humain et le robot doivent être détectées.</a:t>
            </a:r>
          </a:p>
          <a:p>
            <a:r>
              <a:rPr lang="fr-FR" sz="1600">
                <a:ea typeface="Source Sans Pro"/>
              </a:rPr>
              <a:t>EF5 : Le robot doit s'arrêter ou ralentir lors d'une situation de proximité.</a:t>
            </a:r>
          </a:p>
          <a:p>
            <a:r>
              <a:rPr lang="fr-FR" sz="1600">
                <a:ea typeface="Source Sans Pro"/>
              </a:rPr>
              <a:t>EF6 : Le robot doit garder une distance minimale de 1 m avec l'humain.</a:t>
            </a:r>
          </a:p>
          <a:p>
            <a:endParaRPr lang="fr-FR" sz="1600">
              <a:ea typeface="Source Sans Pro"/>
            </a:endParaRPr>
          </a:p>
        </p:txBody>
      </p:sp>
      <p:sp>
        <p:nvSpPr>
          <p:cNvPr id="6" name="Titre 20">
            <a:extLst>
              <a:ext uri="{FF2B5EF4-FFF2-40B4-BE49-F238E27FC236}">
                <a16:creationId xmlns:a16="http://schemas.microsoft.com/office/drawing/2014/main" id="{9C34C9FA-8763-6CB0-AD9E-801B1F3D385F}"/>
              </a:ext>
            </a:extLst>
          </p:cNvPr>
          <p:cNvSpPr txBox="1">
            <a:spLocks/>
          </p:cNvSpPr>
          <p:nvPr/>
        </p:nvSpPr>
        <p:spPr>
          <a:xfrm>
            <a:off x="445319" y="1587"/>
            <a:ext cx="8229600" cy="627534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>
                <a:ea typeface="+mj-lt"/>
                <a:cs typeface="+mj-lt"/>
              </a:rPr>
              <a:t>Exigences fonctionnelles</a:t>
            </a:r>
            <a:endParaRPr lang="fr-FR" err="1"/>
          </a:p>
        </p:txBody>
      </p:sp>
    </p:spTree>
    <p:extLst>
      <p:ext uri="{BB962C8B-B14F-4D97-AF65-F5344CB8AC3E}">
        <p14:creationId xmlns:p14="http://schemas.microsoft.com/office/powerpoint/2010/main" val="372058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C728-16E1-52B5-7679-7B87FBFC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BB664-ADC9-74A4-3D5F-5B8E779F9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Limites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8AF97E-409C-58C5-4CD7-D6F137B32A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CF2B88-D9F6-5B08-DFD7-0EA7590AC7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92752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A4F2-EFEF-5F01-84AD-ADF4E0C3B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F45F5C40-1A0F-8528-BFA4-F40DD40CAB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>
                <a:ea typeface="+mj-lt"/>
                <a:cs typeface="+mj-lt"/>
              </a:rPr>
              <a:t>Limites</a:t>
            </a:r>
            <a:endParaRPr lang="fr-FR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50F0369C-9B3A-9F42-6D0D-873B5CD1A8EE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447C55C-3059-E437-D26E-84C6801E0F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473B633-1181-BCF4-12CA-C256591DB6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6E783B7-9452-5206-1DDD-F01DDBC63DD7}"/>
              </a:ext>
            </a:extLst>
          </p:cNvPr>
          <p:cNvSpPr txBox="1"/>
          <p:nvPr/>
        </p:nvSpPr>
        <p:spPr>
          <a:xfrm>
            <a:off x="470345" y="902027"/>
            <a:ext cx="823255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Le mannequin devra rester simplifié afin de limiter la complexité cinématique.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Les mouvements devront rester cohérents visuellement sans viser une reproduction biomécanique complète. 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La simulation devra rester compatible avec </a:t>
            </a:r>
            <a:r>
              <a:rPr lang="fr-FR" sz="1600" err="1">
                <a:ea typeface="+mn-lt"/>
                <a:cs typeface="+mn-lt"/>
              </a:rPr>
              <a:t>RoboDK</a:t>
            </a:r>
            <a:r>
              <a:rPr lang="fr-FR" sz="1600">
                <a:ea typeface="+mn-lt"/>
                <a:cs typeface="+mn-lt"/>
              </a:rPr>
              <a:t> et son API Python. </a:t>
            </a:r>
            <a:endParaRPr lang="fr-FR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251694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8A34-FF03-53BD-1EAA-F44FAD12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1417E-3397-50C5-39C9-BE78796AE9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>
                <a:ea typeface="+mj-lt"/>
                <a:cs typeface="+mj-lt"/>
              </a:rPr>
              <a:t>Modèle cinématique et degrés de liberté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E73FF5-483E-1288-E8FA-452AD83D6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39910A-A7F2-4E32-AD7E-D217E3F3092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50000"/>
                </a:srgb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14158F-BFAF-EBF6-4840-4D5C4EF9B2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         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ISAE-</a:t>
            </a:r>
            <a:r>
              <a:rPr kumimoji="0" lang="fr-FR" sz="1400" b="1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Supméca</a:t>
            </a: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200087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1C43-311E-47E4-E728-7426D238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BA4596B0-88E3-7AE4-7F51-E3B6754C60B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fr-FR">
                <a:solidFill>
                  <a:srgbClr val="222A35"/>
                </a:solidFill>
                <a:ea typeface="+mj-lt"/>
                <a:cs typeface="+mj-lt"/>
              </a:rPr>
              <a:t>Modèle cinématique et degrés de liberté</a:t>
            </a:r>
            <a:endParaRPr lang="fr-FR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5FC45D6-2DE2-EA4F-1604-5FE7DE2DF475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D6AC6E8-E435-2AB2-EA33-25976195ED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67EAFBE-920D-3C0F-ACAF-9B5691F633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D57C57D-66CD-91DF-FF93-BE7768D37E2E}"/>
              </a:ext>
            </a:extLst>
          </p:cNvPr>
          <p:cNvSpPr txBox="1"/>
          <p:nvPr/>
        </p:nvSpPr>
        <p:spPr>
          <a:xfrm>
            <a:off x="470345" y="902027"/>
            <a:ext cx="82325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>
                <a:ea typeface="+mn-lt"/>
                <a:cs typeface="+mn-lt"/>
              </a:rPr>
              <a:t>Le choix des degrés de liberté (DDL) constitue un compromis entre :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le réalisme des mouvements, 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la complexité cinématique, </a:t>
            </a: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les performances de calcul,</a:t>
            </a:r>
            <a:endParaRPr lang="fr-F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600">
                <a:ea typeface="+mn-lt"/>
                <a:cs typeface="+mn-lt"/>
              </a:rPr>
              <a:t> et la compatibilité avec l’environnement </a:t>
            </a:r>
            <a:r>
              <a:rPr lang="fr-FR" sz="1600" err="1">
                <a:ea typeface="+mn-lt"/>
                <a:cs typeface="+mn-lt"/>
              </a:rPr>
              <a:t>RoboDK</a:t>
            </a:r>
            <a:r>
              <a:rPr lang="fr-FR" sz="1600">
                <a:ea typeface="+mn-lt"/>
                <a:cs typeface="+mn-lt"/>
              </a:rPr>
              <a:t>.</a:t>
            </a:r>
            <a:endParaRPr lang="fr-FR">
              <a:ea typeface="+mn-lt"/>
              <a:cs typeface="+mn-lt"/>
            </a:endParaRP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18E8C44-8561-D7F2-1DCF-8D5B7C70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573337"/>
            <a:ext cx="51720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3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/>
          <p:cNvCxnSpPr/>
          <p:nvPr/>
        </p:nvCxnSpPr>
        <p:spPr>
          <a:xfrm flipV="1">
            <a:off x="2699792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2932657" y="2945725"/>
            <a:ext cx="322351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/>
              <a:t>ISAE-</a:t>
            </a:r>
            <a:r>
              <a:rPr lang="fr-FR" sz="1200" b="1" err="1"/>
              <a:t>Supméca</a:t>
            </a:r>
            <a:r>
              <a:rPr lang="fr-FR" sz="1200" b="1"/>
              <a:t> </a:t>
            </a:r>
          </a:p>
          <a:p>
            <a:pPr algn="ctr"/>
            <a:r>
              <a:rPr lang="fr-FR" sz="1200"/>
              <a:t>Institut supérieur de mécanique de Paris</a:t>
            </a:r>
          </a:p>
          <a:p>
            <a:pPr algn="ctr"/>
            <a:r>
              <a:rPr lang="fr-FR" sz="1200"/>
              <a:t>3 rue Fernand Hainaut 93407 Saint-Ouen Cedex  </a:t>
            </a:r>
          </a:p>
          <a:p>
            <a:pPr algn="ctr">
              <a:spcAft>
                <a:spcPts val="1200"/>
              </a:spcAft>
            </a:pPr>
            <a:r>
              <a:rPr lang="fr-FR" sz="1200"/>
              <a:t>Tél. 01 49 45 29 00  –  </a:t>
            </a:r>
            <a:r>
              <a:rPr lang="fr-FR" sz="1200" b="1"/>
              <a:t>www.isae-supmeca.fr</a:t>
            </a:r>
          </a:p>
          <a:p>
            <a:pPr algn="ctr"/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Ministère de l'Enseignement supérieur</a:t>
            </a:r>
            <a:b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et de la Recherche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3003798"/>
            <a:ext cx="1656183" cy="12421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344115"/>
            <a:ext cx="1728192" cy="641096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V="1">
            <a:off x="6372200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127026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2F0C98DC3BDA468BC25C2AFF687B8D" ma:contentTypeVersion="5" ma:contentTypeDescription="Create a new document." ma:contentTypeScope="" ma:versionID="46afd77c68d68d1d5676d361c4881aaf">
  <xsd:schema xmlns:xsd="http://www.w3.org/2001/XMLSchema" xmlns:xs="http://www.w3.org/2001/XMLSchema" xmlns:p="http://schemas.microsoft.com/office/2006/metadata/properties" xmlns:ns2="ebf2abbc-00d5-4e7c-82a3-d356a7f0ca23" targetNamespace="http://schemas.microsoft.com/office/2006/metadata/properties" ma:root="true" ma:fieldsID="f0edf38ce7d20d9818f997adb6a966a9" ns2:_="">
    <xsd:import namespace="ebf2abbc-00d5-4e7c-82a3-d356a7f0ca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2abbc-00d5-4e7c-82a3-d356a7f0c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E6B1BB-4435-42B3-A5FF-1D543C349E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2abbc-00d5-4e7c-82a3-d356a7f0ca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439AAA-E8AF-4024-9FFF-D94C9BF651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A54269-AC35-4CB2-A61C-EFA2C60BFFBC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Affichage à l'écran (16:9)</PresentationFormat>
  <Slides>14</Slides>
  <Notes>8</Notes>
  <HiddenSlides>0</HiddenSlide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2_Conception personnalisée</vt:lpstr>
      <vt:lpstr>3_Conception personnalisée</vt:lpstr>
      <vt:lpstr>1_Conception personnalisée</vt:lpstr>
      <vt:lpstr>Présentation PowerPoint</vt:lpstr>
      <vt:lpstr>Contexte du projet</vt:lpstr>
      <vt:lpstr>Contexte du projet</vt:lpstr>
      <vt:lpstr>Scénarios d’interaction</vt:lpstr>
      <vt:lpstr>Scénario 1 : partage d’espace</vt:lpstr>
      <vt:lpstr>Scénarios d’interaction</vt:lpstr>
      <vt:lpstr>Scénario 2 : transmission d’objet</vt:lpstr>
      <vt:lpstr>Exigences fonctionnelles</vt:lpstr>
      <vt:lpstr>xigences fonctionnelles </vt:lpstr>
      <vt:lpstr>Limites</vt:lpstr>
      <vt:lpstr>Limites</vt:lpstr>
      <vt:lpstr>Modèle cinématique et degrés de liberté</vt:lpstr>
      <vt:lpstr>Modèle cinématique et degrés de liberté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LECHARTIER Antoine</dc:creator>
  <cp:revision>3</cp:revision>
  <dcterms:created xsi:type="dcterms:W3CDTF">2018-06-29T13:21:24Z</dcterms:created>
  <dcterms:modified xsi:type="dcterms:W3CDTF">2026-05-20T09:12:34Z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0x0101009B2F0C98DC3BDA468BC25C2AFF687B8D</vt:lpwstr>
  </property>
</Properties>
</file>