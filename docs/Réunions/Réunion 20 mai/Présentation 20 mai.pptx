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8" r:id="rId4"/>
    <p:sldMasterId id="2147483668" r:id="rId5"/>
    <p:sldMasterId id="2147483657" r:id="rId6"/>
  </p:sldMasterIdLst>
  <p:notesMasterIdLst>
    <p:notesMasterId r:id="rId17"/>
  </p:notesMasterIdLst>
  <p:handoutMasterIdLst>
    <p:handoutMasterId r:id="rId18"/>
  </p:handoutMasterIdLst>
  <p:sldIdLst>
    <p:sldId id="351" r:id="rId7"/>
    <p:sldId id="356" r:id="rId8"/>
    <p:sldId id="357" r:id="rId9"/>
    <p:sldId id="360" r:id="rId10"/>
    <p:sldId id="361" r:id="rId11"/>
    <p:sldId id="359" r:id="rId12"/>
    <p:sldId id="362" r:id="rId13"/>
    <p:sldId id="363" r:id="rId14"/>
    <p:sldId id="364" r:id="rId15"/>
    <p:sldId id="304" r:id="rId16"/>
  </p:sldIdLst>
  <p:sldSz cx="9144000" cy="5143500" type="screen16x9"/>
  <p:notesSz cx="6858000" cy="9144000"/>
  <p:embeddedFontLst>
    <p:embeddedFont>
      <p:font typeface="Source Sans Pro" panose="020B0503030403020204" pitchFamily="34" charset="0"/>
      <p:regular r:id="rId19"/>
      <p:bold r:id="rId20"/>
      <p:italic r:id="rId21"/>
      <p:boldItalic r:id="rId22"/>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AAF6"/>
    <a:srgbClr val="1321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F099E3-D923-0F61-B16E-E59465D46068}" v="3275" dt="2026-05-19T18:14:39.195"/>
    <p1510:client id="{54E0BA81-8175-9DC4-C2E9-20B473250334}" v="3" dt="2026-05-20T06:42:45.87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handoutMaster" Target="handoutMasters/handoutMaster1.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3.fntdata"/><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font" Target="fonts/font4.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CHIDZE Nikoloz" userId="S::nikoloz.khachidze@isae-supmeca.fr::5cd93a0c-7d13-4d3d-97de-28ec7d5a0739" providerId="AD" clId="Web-{54E0BA81-8175-9DC4-C2E9-20B473250334}"/>
    <pc:docChg chg="modSld">
      <pc:chgData name="KHACHIDZE Nikoloz" userId="S::nikoloz.khachidze@isae-supmeca.fr::5cd93a0c-7d13-4d3d-97de-28ec7d5a0739" providerId="AD" clId="Web-{54E0BA81-8175-9DC4-C2E9-20B473250334}" dt="2026-05-20T06:42:45.874" v="2" actId="1076"/>
      <pc:docMkLst>
        <pc:docMk/>
      </pc:docMkLst>
      <pc:sldChg chg="modSp">
        <pc:chgData name="KHACHIDZE Nikoloz" userId="S::nikoloz.khachidze@isae-supmeca.fr::5cd93a0c-7d13-4d3d-97de-28ec7d5a0739" providerId="AD" clId="Web-{54E0BA81-8175-9DC4-C2E9-20B473250334}" dt="2026-05-20T06:42:45.874" v="2" actId="1076"/>
        <pc:sldMkLst>
          <pc:docMk/>
          <pc:sldMk cId="2241530476" sldId="351"/>
        </pc:sldMkLst>
        <pc:spChg chg="mod">
          <ac:chgData name="KHACHIDZE Nikoloz" userId="S::nikoloz.khachidze@isae-supmeca.fr::5cd93a0c-7d13-4d3d-97de-28ec7d5a0739" providerId="AD" clId="Web-{54E0BA81-8175-9DC4-C2E9-20B473250334}" dt="2026-05-20T06:42:45.874" v="2" actId="1076"/>
          <ac:spMkLst>
            <pc:docMk/>
            <pc:sldMk cId="2241530476" sldId="351"/>
            <ac:spMk id="9" creationId="{AFC42BB3-609F-4257-89EC-3C6A5CC8E416}"/>
          </ac:spMkLst>
        </pc:spChg>
        <pc:picChg chg="mod">
          <ac:chgData name="KHACHIDZE Nikoloz" userId="S::nikoloz.khachidze@isae-supmeca.fr::5cd93a0c-7d13-4d3d-97de-28ec7d5a0739" providerId="AD" clId="Web-{54E0BA81-8175-9DC4-C2E9-20B473250334}" dt="2026-05-20T06:42:32.999" v="1" actId="1076"/>
          <ac:picMkLst>
            <pc:docMk/>
            <pc:sldMk cId="2241530476" sldId="351"/>
            <ac:picMk id="2" creationId="{E3F336B0-FCE4-CE01-550C-A3A751633172}"/>
          </ac:picMkLst>
        </pc:picChg>
      </pc:sldChg>
    </pc:docChg>
  </pc:docChgLst>
  <pc:docChgLst>
    <pc:chgData name="FANTASIA Luc" userId="S::luc.fantasia@isae-supmeca.fr::31f77f18-0ecd-4e86-befc-49360a6831b8" providerId="AD" clId="Web-{EA56E874-DB82-3003-1DBA-C783AA8EA934}"/>
    <pc:docChg chg="modSld">
      <pc:chgData name="FANTASIA Luc" userId="S::luc.fantasia@isae-supmeca.fr::31f77f18-0ecd-4e86-befc-49360a6831b8" providerId="AD" clId="Web-{EA56E874-DB82-3003-1DBA-C783AA8EA934}" dt="2026-05-11T15:57:07.142" v="1" actId="20577"/>
      <pc:docMkLst>
        <pc:docMk/>
      </pc:docMkLst>
    </pc:docChg>
  </pc:docChgLst>
  <pc:docChgLst>
    <pc:chgData name="FANTASIA Luc" userId="S::luc.fantasia@isae-supmeca.fr::31f77f18-0ecd-4e86-befc-49360a6831b8" providerId="AD" clId="Web-{43940C79-7BF3-80CA-4629-7FC0D5618CEE}"/>
    <pc:docChg chg="addSld delSld modSld">
      <pc:chgData name="FANTASIA Luc" userId="S::luc.fantasia@isae-supmeca.fr::31f77f18-0ecd-4e86-befc-49360a6831b8" providerId="AD" clId="Web-{43940C79-7BF3-80CA-4629-7FC0D5618CEE}" dt="2026-05-13T08:45:52.231" v="350"/>
      <pc:docMkLst>
        <pc:docMk/>
      </pc:docMkLst>
      <pc:sldChg chg="modSp">
        <pc:chgData name="FANTASIA Luc" userId="S::luc.fantasia@isae-supmeca.fr::31f77f18-0ecd-4e86-befc-49360a6831b8" providerId="AD" clId="Web-{43940C79-7BF3-80CA-4629-7FC0D5618CEE}" dt="2026-05-13T08:19:16.441" v="2" actId="20577"/>
        <pc:sldMkLst>
          <pc:docMk/>
          <pc:sldMk cId="832079521" sldId="359"/>
        </pc:sldMkLst>
        <pc:spChg chg="mod">
          <ac:chgData name="FANTASIA Luc" userId="S::luc.fantasia@isae-supmeca.fr::31f77f18-0ecd-4e86-befc-49360a6831b8" providerId="AD" clId="Web-{43940C79-7BF3-80CA-4629-7FC0D5618CEE}" dt="2026-05-13T08:19:16.441" v="2" actId="20577"/>
          <ac:spMkLst>
            <pc:docMk/>
            <pc:sldMk cId="832079521" sldId="359"/>
            <ac:spMk id="3" creationId="{07732A76-4969-4A60-4B9A-5D4480B1D1B2}"/>
          </ac:spMkLst>
        </pc:spChg>
      </pc:sldChg>
    </pc:docChg>
  </pc:docChgLst>
  <pc:docChgLst>
    <pc:chgData name="FANTASIA Luc" userId="S::luc.fantasia@isae-supmeca.fr::31f77f18-0ecd-4e86-befc-49360a6831b8" providerId="AD" clId="Web-{C052E7CE-FE97-8168-4FCA-5A696F006106}"/>
    <pc:docChg chg="modSld">
      <pc:chgData name="FANTASIA Luc" userId="S::luc.fantasia@isae-supmeca.fr::31f77f18-0ecd-4e86-befc-49360a6831b8" providerId="AD" clId="Web-{C052E7CE-FE97-8168-4FCA-5A696F006106}" dt="2026-05-11T07:42:42.932" v="187" actId="20577"/>
      <pc:docMkLst>
        <pc:docMk/>
      </pc:docMkLst>
    </pc:docChg>
  </pc:docChgLst>
  <pc:docChgLst>
    <pc:chgData name="FANTASIA Luc" userId="S::luc.fantasia@isae-supmeca.fr::31f77f18-0ecd-4e86-befc-49360a6831b8" providerId="AD" clId="Web-{89318285-F392-12A7-3DBB-55F4E9640F70}"/>
    <pc:docChg chg="addSld modSld sldOrd">
      <pc:chgData name="FANTASIA Luc" userId="S::luc.fantasia@isae-supmeca.fr::31f77f18-0ecd-4e86-befc-49360a6831b8" providerId="AD" clId="Web-{89318285-F392-12A7-3DBB-55F4E9640F70}" dt="2026-05-13T08:15:03.050" v="231"/>
      <pc:docMkLst>
        <pc:docMk/>
      </pc:docMkLst>
      <pc:sldChg chg="modSp add replId">
        <pc:chgData name="FANTASIA Luc" userId="S::luc.fantasia@isae-supmeca.fr::31f77f18-0ecd-4e86-befc-49360a6831b8" providerId="AD" clId="Web-{89318285-F392-12A7-3DBB-55F4E9640F70}" dt="2026-05-13T08:06:46.075" v="61" actId="20577"/>
        <pc:sldMkLst>
          <pc:docMk/>
          <pc:sldMk cId="1813707985" sldId="356"/>
        </pc:sldMkLst>
        <pc:spChg chg="mod">
          <ac:chgData name="FANTASIA Luc" userId="S::luc.fantasia@isae-supmeca.fr::31f77f18-0ecd-4e86-befc-49360a6831b8" providerId="AD" clId="Web-{89318285-F392-12A7-3DBB-55F4E9640F70}" dt="2026-05-13T08:06:40.777" v="60" actId="20577"/>
          <ac:spMkLst>
            <pc:docMk/>
            <pc:sldMk cId="1813707985" sldId="356"/>
            <ac:spMk id="2" creationId="{65685AC0-5AC0-8E43-1729-063CDBBB011B}"/>
          </ac:spMkLst>
        </pc:spChg>
        <pc:spChg chg="mod">
          <ac:chgData name="FANTASIA Luc" userId="S::luc.fantasia@isae-supmeca.fr::31f77f18-0ecd-4e86-befc-49360a6831b8" providerId="AD" clId="Web-{89318285-F392-12A7-3DBB-55F4E9640F70}" dt="2026-05-13T08:06:46.075" v="61" actId="20577"/>
          <ac:spMkLst>
            <pc:docMk/>
            <pc:sldMk cId="1813707985" sldId="356"/>
            <ac:spMk id="3" creationId="{8F875972-4105-B4A9-D44D-B3A864B94F68}"/>
          </ac:spMkLst>
        </pc:spChg>
      </pc:sldChg>
      <pc:sldChg chg="modSp add replId">
        <pc:chgData name="FANTASIA Luc" userId="S::luc.fantasia@isae-supmeca.fr::31f77f18-0ecd-4e86-befc-49360a6831b8" providerId="AD" clId="Web-{89318285-F392-12A7-3DBB-55F4E9640F70}" dt="2026-05-13T08:07:13.422" v="76" actId="20577"/>
        <pc:sldMkLst>
          <pc:docMk/>
          <pc:sldMk cId="1979557302" sldId="357"/>
        </pc:sldMkLst>
        <pc:spChg chg="mod">
          <ac:chgData name="FANTASIA Luc" userId="S::luc.fantasia@isae-supmeca.fr::31f77f18-0ecd-4e86-befc-49360a6831b8" providerId="AD" clId="Web-{89318285-F392-12A7-3DBB-55F4E9640F70}" dt="2026-05-13T08:07:13.422" v="76" actId="20577"/>
          <ac:spMkLst>
            <pc:docMk/>
            <pc:sldMk cId="1979557302" sldId="357"/>
            <ac:spMk id="5" creationId="{CBE1D619-A591-E86A-0640-33CE53C5533E}"/>
          </ac:spMkLst>
        </pc:spChg>
        <pc:spChg chg="mod">
          <ac:chgData name="FANTASIA Luc" userId="S::luc.fantasia@isae-supmeca.fr::31f77f18-0ecd-4e86-befc-49360a6831b8" providerId="AD" clId="Web-{89318285-F392-12A7-3DBB-55F4E9640F70}" dt="2026-05-13T08:06:50.747" v="62" actId="20577"/>
          <ac:spMkLst>
            <pc:docMk/>
            <pc:sldMk cId="1979557302" sldId="357"/>
            <ac:spMk id="21" creationId="{ACB98EEC-1FB2-B729-425B-AAFAFD62AB28}"/>
          </ac:spMkLst>
        </pc:spChg>
      </pc:sldChg>
      <pc:sldChg chg="modSp add replId">
        <pc:chgData name="FANTASIA Luc" userId="S::luc.fantasia@isae-supmeca.fr::31f77f18-0ecd-4e86-befc-49360a6831b8" providerId="AD" clId="Web-{89318285-F392-12A7-3DBB-55F4E9640F70}" dt="2026-05-13T08:08:56.510" v="106" actId="20577"/>
        <pc:sldMkLst>
          <pc:docMk/>
          <pc:sldMk cId="832079521" sldId="359"/>
        </pc:sldMkLst>
        <pc:spChg chg="mod">
          <ac:chgData name="FANTASIA Luc" userId="S::luc.fantasia@isae-supmeca.fr::31f77f18-0ecd-4e86-befc-49360a6831b8" providerId="AD" clId="Web-{89318285-F392-12A7-3DBB-55F4E9640F70}" dt="2026-05-13T08:08:56.510" v="106" actId="20577"/>
          <ac:spMkLst>
            <pc:docMk/>
            <pc:sldMk cId="832079521" sldId="359"/>
            <ac:spMk id="3" creationId="{07732A76-4969-4A60-4B9A-5D4480B1D1B2}"/>
          </ac:spMkLst>
        </pc:spChg>
      </pc:sldChg>
    </pc:docChg>
  </pc:docChgLst>
  <pc:docChgLst>
    <pc:chgData name="FANTASIA Luc" userId="S::luc.fantasia@isae-supmeca.fr::31f77f18-0ecd-4e86-befc-49360a6831b8" providerId="AD" clId="Web-{9795555C-A84D-3975-7D90-0A2C3BBA9BD0}"/>
    <pc:docChg chg="addSld delSld modSld sldOrd">
      <pc:chgData name="FANTASIA Luc" userId="S::luc.fantasia@isae-supmeca.fr::31f77f18-0ecd-4e86-befc-49360a6831b8" providerId="AD" clId="Web-{9795555C-A84D-3975-7D90-0A2C3BBA9BD0}" dt="2026-05-05T12:49:04.496" v="86" actId="20577"/>
      <pc:docMkLst>
        <pc:docMk/>
      </pc:docMkLst>
      <pc:sldChg chg="delSp modSp">
        <pc:chgData name="FANTASIA Luc" userId="S::luc.fantasia@isae-supmeca.fr::31f77f18-0ecd-4e86-befc-49360a6831b8" providerId="AD" clId="Web-{9795555C-A84D-3975-7D90-0A2C3BBA9BD0}" dt="2026-05-05T12:47:24.665" v="67" actId="20577"/>
        <pc:sldMkLst>
          <pc:docMk/>
          <pc:sldMk cId="2241530476" sldId="351"/>
        </pc:sldMkLst>
        <pc:spChg chg="mod">
          <ac:chgData name="FANTASIA Luc" userId="S::luc.fantasia@isae-supmeca.fr::31f77f18-0ecd-4e86-befc-49360a6831b8" providerId="AD" clId="Web-{9795555C-A84D-3975-7D90-0A2C3BBA9BD0}" dt="2026-05-05T12:47:24.665" v="67" actId="20577"/>
          <ac:spMkLst>
            <pc:docMk/>
            <pc:sldMk cId="2241530476" sldId="351"/>
            <ac:spMk id="8" creationId="{6435062A-C2A6-1F96-8FD5-CB464238744C}"/>
          </ac:spMkLst>
        </pc:spChg>
        <pc:spChg chg="mod">
          <ac:chgData name="FANTASIA Luc" userId="S::luc.fantasia@isae-supmeca.fr::31f77f18-0ecd-4e86-befc-49360a6831b8" providerId="AD" clId="Web-{9795555C-A84D-3975-7D90-0A2C3BBA9BD0}" dt="2026-05-05T12:47:21.775" v="66" actId="20577"/>
          <ac:spMkLst>
            <pc:docMk/>
            <pc:sldMk cId="2241530476" sldId="351"/>
            <ac:spMk id="12" creationId="{332C09DC-4522-CFD8-3D4A-944AD4394FEB}"/>
          </ac:spMkLst>
        </pc:spChg>
        <pc:picChg chg="mod">
          <ac:chgData name="FANTASIA Luc" userId="S::luc.fantasia@isae-supmeca.fr::31f77f18-0ecd-4e86-befc-49360a6831b8" providerId="AD" clId="Web-{9795555C-A84D-3975-7D90-0A2C3BBA9BD0}" dt="2026-05-05T12:44:18.722" v="2" actId="1076"/>
          <ac:picMkLst>
            <pc:docMk/>
            <pc:sldMk cId="2241530476" sldId="351"/>
            <ac:picMk id="2" creationId="{E3F336B0-FCE4-CE01-550C-A3A751633172}"/>
          </ac:picMkLst>
        </pc:picChg>
      </pc:sldChg>
    </pc:docChg>
  </pc:docChgLst>
  <pc:docChgLst>
    <pc:chgData name="FANTASIA Luc" userId="S::luc.fantasia@isae-supmeca.fr::31f77f18-0ecd-4e86-befc-49360a6831b8" providerId="AD" clId="Web-{11F099E3-D923-0F61-B16E-E59465D46068}"/>
    <pc:docChg chg="addSld delSld modSld">
      <pc:chgData name="FANTASIA Luc" userId="S::luc.fantasia@isae-supmeca.fr::31f77f18-0ecd-4e86-befc-49360a6831b8" providerId="AD" clId="Web-{11F099E3-D923-0F61-B16E-E59465D46068}" dt="2026-05-19T18:14:39.195" v="1680" actId="20577"/>
      <pc:docMkLst>
        <pc:docMk/>
      </pc:docMkLst>
      <pc:sldChg chg="modSp">
        <pc:chgData name="FANTASIA Luc" userId="S::luc.fantasia@isae-supmeca.fr::31f77f18-0ecd-4e86-befc-49360a6831b8" providerId="AD" clId="Web-{11F099E3-D923-0F61-B16E-E59465D46068}" dt="2026-05-19T17:35:40.420" v="5" actId="20577"/>
        <pc:sldMkLst>
          <pc:docMk/>
          <pc:sldMk cId="2241530476" sldId="351"/>
        </pc:sldMkLst>
        <pc:spChg chg="mod">
          <ac:chgData name="FANTASIA Luc" userId="S::luc.fantasia@isae-supmeca.fr::31f77f18-0ecd-4e86-befc-49360a6831b8" providerId="AD" clId="Web-{11F099E3-D923-0F61-B16E-E59465D46068}" dt="2026-05-19T17:35:40.420" v="5" actId="20577"/>
          <ac:spMkLst>
            <pc:docMk/>
            <pc:sldMk cId="2241530476" sldId="351"/>
            <ac:spMk id="13" creationId="{E3220EBC-A72A-C19F-6EAD-3802BD28835C}"/>
          </ac:spMkLst>
        </pc:spChg>
      </pc:sldChg>
      <pc:sldChg chg="del">
        <pc:chgData name="FANTASIA Luc" userId="S::luc.fantasia@isae-supmeca.fr::31f77f18-0ecd-4e86-befc-49360a6831b8" providerId="AD" clId="Web-{11F099E3-D923-0F61-B16E-E59465D46068}" dt="2026-05-19T17:35:52.983" v="7"/>
        <pc:sldMkLst>
          <pc:docMk/>
          <pc:sldMk cId="3786785288" sldId="354"/>
        </pc:sldMkLst>
      </pc:sldChg>
      <pc:sldChg chg="del">
        <pc:chgData name="FANTASIA Luc" userId="S::luc.fantasia@isae-supmeca.fr::31f77f18-0ecd-4e86-befc-49360a6831b8" providerId="AD" clId="Web-{11F099E3-D923-0F61-B16E-E59465D46068}" dt="2026-05-19T17:35:50.873" v="6"/>
        <pc:sldMkLst>
          <pc:docMk/>
          <pc:sldMk cId="852535266" sldId="355"/>
        </pc:sldMkLst>
      </pc:sldChg>
      <pc:sldChg chg="modSp">
        <pc:chgData name="FANTASIA Luc" userId="S::luc.fantasia@isae-supmeca.fr::31f77f18-0ecd-4e86-befc-49360a6831b8" providerId="AD" clId="Web-{11F099E3-D923-0F61-B16E-E59465D46068}" dt="2026-05-19T17:36:04.515" v="10" actId="20577"/>
        <pc:sldMkLst>
          <pc:docMk/>
          <pc:sldMk cId="1813707985" sldId="356"/>
        </pc:sldMkLst>
        <pc:spChg chg="mod">
          <ac:chgData name="FANTASIA Luc" userId="S::luc.fantasia@isae-supmeca.fr::31f77f18-0ecd-4e86-befc-49360a6831b8" providerId="AD" clId="Web-{11F099E3-D923-0F61-B16E-E59465D46068}" dt="2026-05-19T17:36:04.515" v="10" actId="20577"/>
          <ac:spMkLst>
            <pc:docMk/>
            <pc:sldMk cId="1813707985" sldId="356"/>
            <ac:spMk id="3" creationId="{8F875972-4105-B4A9-D44D-B3A864B94F68}"/>
          </ac:spMkLst>
        </pc:spChg>
      </pc:sldChg>
      <pc:sldChg chg="addSp delSp modSp">
        <pc:chgData name="FANTASIA Luc" userId="S::luc.fantasia@isae-supmeca.fr::31f77f18-0ecd-4e86-befc-49360a6831b8" providerId="AD" clId="Web-{11F099E3-D923-0F61-B16E-E59465D46068}" dt="2026-05-19T17:56:45.962" v="805"/>
        <pc:sldMkLst>
          <pc:docMk/>
          <pc:sldMk cId="1979557302" sldId="357"/>
        </pc:sldMkLst>
        <pc:spChg chg="add del mod">
          <ac:chgData name="FANTASIA Luc" userId="S::luc.fantasia@isae-supmeca.fr::31f77f18-0ecd-4e86-befc-49360a6831b8" providerId="AD" clId="Web-{11F099E3-D923-0F61-B16E-E59465D46068}" dt="2026-05-19T17:56:45.962" v="805"/>
          <ac:spMkLst>
            <pc:docMk/>
            <pc:sldMk cId="1979557302" sldId="357"/>
            <ac:spMk id="4" creationId="{F9B8F5D6-7C6A-BF85-E01A-A968DC665555}"/>
          </ac:spMkLst>
        </pc:spChg>
        <pc:spChg chg="mod">
          <ac:chgData name="FANTASIA Luc" userId="S::luc.fantasia@isae-supmeca.fr::31f77f18-0ecd-4e86-befc-49360a6831b8" providerId="AD" clId="Web-{11F099E3-D923-0F61-B16E-E59465D46068}" dt="2026-05-19T17:46:47.548" v="340" actId="20577"/>
          <ac:spMkLst>
            <pc:docMk/>
            <pc:sldMk cId="1979557302" sldId="357"/>
            <ac:spMk id="5" creationId="{CBE1D619-A591-E86A-0640-33CE53C5533E}"/>
          </ac:spMkLst>
        </pc:spChg>
        <pc:spChg chg="mod">
          <ac:chgData name="FANTASIA Luc" userId="S::luc.fantasia@isae-supmeca.fr::31f77f18-0ecd-4e86-befc-49360a6831b8" providerId="AD" clId="Web-{11F099E3-D923-0F61-B16E-E59465D46068}" dt="2026-05-19T17:37:46.724" v="70" actId="20577"/>
          <ac:spMkLst>
            <pc:docMk/>
            <pc:sldMk cId="1979557302" sldId="357"/>
            <ac:spMk id="21" creationId="{ACB98EEC-1FB2-B729-425B-AAFAFD62AB28}"/>
          </ac:spMkLst>
        </pc:spChg>
      </pc:sldChg>
      <pc:sldChg chg="addSp delSp modSp del">
        <pc:chgData name="FANTASIA Luc" userId="S::luc.fantasia@isae-supmeca.fr::31f77f18-0ecd-4e86-befc-49360a6831b8" providerId="AD" clId="Web-{11F099E3-D923-0F61-B16E-E59465D46068}" dt="2026-05-19T17:56:52.415" v="811"/>
        <pc:sldMkLst>
          <pc:docMk/>
          <pc:sldMk cId="1727512757" sldId="358"/>
        </pc:sldMkLst>
        <pc:spChg chg="add del mod">
          <ac:chgData name="FANTASIA Luc" userId="S::luc.fantasia@isae-supmeca.fr::31f77f18-0ecd-4e86-befc-49360a6831b8" providerId="AD" clId="Web-{11F099E3-D923-0F61-B16E-E59465D46068}" dt="2026-05-19T17:56:49.556" v="809"/>
          <ac:spMkLst>
            <pc:docMk/>
            <pc:sldMk cId="1727512757" sldId="358"/>
            <ac:spMk id="4" creationId="{995E690C-D980-A227-B50C-DC2CA9E314C5}"/>
          </ac:spMkLst>
        </pc:spChg>
        <pc:spChg chg="del mod">
          <ac:chgData name="FANTASIA Luc" userId="S::luc.fantasia@isae-supmeca.fr::31f77f18-0ecd-4e86-befc-49360a6831b8" providerId="AD" clId="Web-{11F099E3-D923-0F61-B16E-E59465D46068}" dt="2026-05-19T17:56:45.133" v="804"/>
          <ac:spMkLst>
            <pc:docMk/>
            <pc:sldMk cId="1727512757" sldId="358"/>
            <ac:spMk id="5" creationId="{CBE75456-07D1-3B3E-6683-04583081E289}"/>
          </ac:spMkLst>
        </pc:spChg>
        <pc:spChg chg="mod">
          <ac:chgData name="FANTASIA Luc" userId="S::luc.fantasia@isae-supmeca.fr::31f77f18-0ecd-4e86-befc-49360a6831b8" providerId="AD" clId="Web-{11F099E3-D923-0F61-B16E-E59465D46068}" dt="2026-05-19T17:56:36.086" v="801" actId="20577"/>
          <ac:spMkLst>
            <pc:docMk/>
            <pc:sldMk cId="1727512757" sldId="358"/>
            <ac:spMk id="21" creationId="{0351C83F-0688-0B8C-B50C-24EDF0A4D437}"/>
          </ac:spMkLst>
        </pc:spChg>
      </pc:sldChg>
      <pc:sldChg chg="modSp">
        <pc:chgData name="FANTASIA Luc" userId="S::luc.fantasia@isae-supmeca.fr::31f77f18-0ecd-4e86-befc-49360a6831b8" providerId="AD" clId="Web-{11F099E3-D923-0F61-B16E-E59465D46068}" dt="2026-05-19T17:36:24.547" v="22" actId="20577"/>
        <pc:sldMkLst>
          <pc:docMk/>
          <pc:sldMk cId="832079521" sldId="359"/>
        </pc:sldMkLst>
        <pc:spChg chg="mod">
          <ac:chgData name="FANTASIA Luc" userId="S::luc.fantasia@isae-supmeca.fr::31f77f18-0ecd-4e86-befc-49360a6831b8" providerId="AD" clId="Web-{11F099E3-D923-0F61-B16E-E59465D46068}" dt="2026-05-19T17:36:24.547" v="22" actId="20577"/>
          <ac:spMkLst>
            <pc:docMk/>
            <pc:sldMk cId="832079521" sldId="359"/>
            <ac:spMk id="3" creationId="{07732A76-4969-4A60-4B9A-5D4480B1D1B2}"/>
          </ac:spMkLst>
        </pc:spChg>
      </pc:sldChg>
      <pc:sldChg chg="addSp delSp modSp add replId">
        <pc:chgData name="FANTASIA Luc" userId="S::luc.fantasia@isae-supmeca.fr::31f77f18-0ecd-4e86-befc-49360a6831b8" providerId="AD" clId="Web-{11F099E3-D923-0F61-B16E-E59465D46068}" dt="2026-05-19T17:50:59.752" v="548" actId="20577"/>
        <pc:sldMkLst>
          <pc:docMk/>
          <pc:sldMk cId="3232010466" sldId="360"/>
        </pc:sldMkLst>
        <pc:spChg chg="add del mod">
          <ac:chgData name="FANTASIA Luc" userId="S::luc.fantasia@isae-supmeca.fr::31f77f18-0ecd-4e86-befc-49360a6831b8" providerId="AD" clId="Web-{11F099E3-D923-0F61-B16E-E59465D46068}" dt="2026-05-19T17:47:09.033" v="356"/>
          <ac:spMkLst>
            <pc:docMk/>
            <pc:sldMk cId="3232010466" sldId="360"/>
            <ac:spMk id="4" creationId="{0429C09F-1249-D24D-E671-1A036849AF7C}"/>
          </ac:spMkLst>
        </pc:spChg>
        <pc:spChg chg="mod">
          <ac:chgData name="FANTASIA Luc" userId="S::luc.fantasia@isae-supmeca.fr::31f77f18-0ecd-4e86-befc-49360a6831b8" providerId="AD" clId="Web-{11F099E3-D923-0F61-B16E-E59465D46068}" dt="2026-05-19T17:50:59.752" v="548" actId="20577"/>
          <ac:spMkLst>
            <pc:docMk/>
            <pc:sldMk cId="3232010466" sldId="360"/>
            <ac:spMk id="5" creationId="{778EA06E-7FA9-A4E3-2455-63797E866286}"/>
          </ac:spMkLst>
        </pc:spChg>
      </pc:sldChg>
      <pc:sldChg chg="modSp add replId">
        <pc:chgData name="FANTASIA Luc" userId="S::luc.fantasia@isae-supmeca.fr::31f77f18-0ecd-4e86-befc-49360a6831b8" providerId="AD" clId="Web-{11F099E3-D923-0F61-B16E-E59465D46068}" dt="2026-05-19T17:56:17.771" v="799" actId="20577"/>
        <pc:sldMkLst>
          <pc:docMk/>
          <pc:sldMk cId="1504143551" sldId="361"/>
        </pc:sldMkLst>
        <pc:spChg chg="mod">
          <ac:chgData name="FANTASIA Luc" userId="S::luc.fantasia@isae-supmeca.fr::31f77f18-0ecd-4e86-befc-49360a6831b8" providerId="AD" clId="Web-{11F099E3-D923-0F61-B16E-E59465D46068}" dt="2026-05-19T17:56:17.771" v="799" actId="20577"/>
          <ac:spMkLst>
            <pc:docMk/>
            <pc:sldMk cId="1504143551" sldId="361"/>
            <ac:spMk id="5" creationId="{7689B20C-BEF1-3189-150B-3BA5EACB2E7A}"/>
          </ac:spMkLst>
        </pc:spChg>
      </pc:sldChg>
      <pc:sldChg chg="del">
        <pc:chgData name="FANTASIA Luc" userId="S::luc.fantasia@isae-supmeca.fr::31f77f18-0ecd-4e86-befc-49360a6831b8" providerId="AD" clId="Web-{11F099E3-D923-0F61-B16E-E59465D46068}" dt="2026-05-19T17:44:12.817" v="245"/>
        <pc:sldMkLst>
          <pc:docMk/>
          <pc:sldMk cId="2251694486" sldId="362"/>
        </pc:sldMkLst>
      </pc:sldChg>
      <pc:sldChg chg="modSp add replId">
        <pc:chgData name="FANTASIA Luc" userId="S::luc.fantasia@isae-supmeca.fr::31f77f18-0ecd-4e86-befc-49360a6831b8" providerId="AD" clId="Web-{11F099E3-D923-0F61-B16E-E59465D46068}" dt="2026-05-19T18:05:22.689" v="1240" actId="20577"/>
        <pc:sldMkLst>
          <pc:docMk/>
          <pc:sldMk cId="3957089760" sldId="362"/>
        </pc:sldMkLst>
        <pc:spChg chg="mod">
          <ac:chgData name="FANTASIA Luc" userId="S::luc.fantasia@isae-supmeca.fr::31f77f18-0ecd-4e86-befc-49360a6831b8" providerId="AD" clId="Web-{11F099E3-D923-0F61-B16E-E59465D46068}" dt="2026-05-19T18:05:22.689" v="1240" actId="20577"/>
          <ac:spMkLst>
            <pc:docMk/>
            <pc:sldMk cId="3957089760" sldId="362"/>
            <ac:spMk id="5" creationId="{BC669066-ED98-257A-AE80-61D01E067BEF}"/>
          </ac:spMkLst>
        </pc:spChg>
        <pc:spChg chg="mod">
          <ac:chgData name="FANTASIA Luc" userId="S::luc.fantasia@isae-supmeca.fr::31f77f18-0ecd-4e86-befc-49360a6831b8" providerId="AD" clId="Web-{11F099E3-D923-0F61-B16E-E59465D46068}" dt="2026-05-19T17:59:15.787" v="852" actId="20577"/>
          <ac:spMkLst>
            <pc:docMk/>
            <pc:sldMk cId="3957089760" sldId="362"/>
            <ac:spMk id="21" creationId="{A0599FA6-E6C7-A0F3-6ADB-828C0C28443C}"/>
          </ac:spMkLst>
        </pc:spChg>
      </pc:sldChg>
      <pc:sldChg chg="del">
        <pc:chgData name="FANTASIA Luc" userId="S::luc.fantasia@isae-supmeca.fr::31f77f18-0ecd-4e86-befc-49360a6831b8" providerId="AD" clId="Web-{11F099E3-D923-0F61-B16E-E59465D46068}" dt="2026-05-19T17:44:12.817" v="246"/>
        <pc:sldMkLst>
          <pc:docMk/>
          <pc:sldMk cId="927523070" sldId="363"/>
        </pc:sldMkLst>
      </pc:sldChg>
      <pc:sldChg chg="addSp delSp modSp add replId">
        <pc:chgData name="FANTASIA Luc" userId="S::luc.fantasia@isae-supmeca.fr::31f77f18-0ecd-4e86-befc-49360a6831b8" providerId="AD" clId="Web-{11F099E3-D923-0F61-B16E-E59465D46068}" dt="2026-05-19T18:08:30.201" v="1505"/>
        <pc:sldMkLst>
          <pc:docMk/>
          <pc:sldMk cId="2581567898" sldId="363"/>
        </pc:sldMkLst>
        <pc:spChg chg="del">
          <ac:chgData name="FANTASIA Luc" userId="S::luc.fantasia@isae-supmeca.fr::31f77f18-0ecd-4e86-befc-49360a6831b8" providerId="AD" clId="Web-{11F099E3-D923-0F61-B16E-E59465D46068}" dt="2026-05-19T18:02:32.927" v="1061"/>
          <ac:spMkLst>
            <pc:docMk/>
            <pc:sldMk cId="2581567898" sldId="363"/>
            <ac:spMk id="5" creationId="{A9A68251-50BE-4B70-E687-072FA3BA8353}"/>
          </ac:spMkLst>
        </pc:spChg>
        <pc:spChg chg="add del">
          <ac:chgData name="FANTASIA Luc" userId="S::luc.fantasia@isae-supmeca.fr::31f77f18-0ecd-4e86-befc-49360a6831b8" providerId="AD" clId="Web-{11F099E3-D923-0F61-B16E-E59465D46068}" dt="2026-05-19T18:02:29.896" v="1060"/>
          <ac:spMkLst>
            <pc:docMk/>
            <pc:sldMk cId="2581567898" sldId="363"/>
            <ac:spMk id="6" creationId="{3BAAC917-612B-F123-113B-C0162397BDA0}"/>
          </ac:spMkLst>
        </pc:spChg>
        <pc:spChg chg="add mod">
          <ac:chgData name="FANTASIA Luc" userId="S::luc.fantasia@isae-supmeca.fr::31f77f18-0ecd-4e86-befc-49360a6831b8" providerId="AD" clId="Web-{11F099E3-D923-0F61-B16E-E59465D46068}" dt="2026-05-19T18:08:26.232" v="1501" actId="20577"/>
          <ac:spMkLst>
            <pc:docMk/>
            <pc:sldMk cId="2581567898" sldId="363"/>
            <ac:spMk id="8" creationId="{852B5F94-5C15-8162-EE4E-A758A7CADD06}"/>
          </ac:spMkLst>
        </pc:spChg>
        <pc:spChg chg="add del mod">
          <ac:chgData name="FANTASIA Luc" userId="S::luc.fantasia@isae-supmeca.fr::31f77f18-0ecd-4e86-befc-49360a6831b8" providerId="AD" clId="Web-{11F099E3-D923-0F61-B16E-E59465D46068}" dt="2026-05-19T18:08:30.201" v="1505"/>
          <ac:spMkLst>
            <pc:docMk/>
            <pc:sldMk cId="2581567898" sldId="363"/>
            <ac:spMk id="9" creationId="{E91E1249-EA5E-B782-CC88-6D49974E9E41}"/>
          </ac:spMkLst>
        </pc:spChg>
        <pc:spChg chg="mod">
          <ac:chgData name="FANTASIA Luc" userId="S::luc.fantasia@isae-supmeca.fr::31f77f18-0ecd-4e86-befc-49360a6831b8" providerId="AD" clId="Web-{11F099E3-D923-0F61-B16E-E59465D46068}" dt="2026-05-19T18:02:22.848" v="1058" actId="20577"/>
          <ac:spMkLst>
            <pc:docMk/>
            <pc:sldMk cId="2581567898" sldId="363"/>
            <ac:spMk id="21" creationId="{D1692C1E-F953-6F5A-498B-1AB63EE0E897}"/>
          </ac:spMkLst>
        </pc:spChg>
      </pc:sldChg>
      <pc:sldChg chg="modSp add replId">
        <pc:chgData name="FANTASIA Luc" userId="S::luc.fantasia@isae-supmeca.fr::31f77f18-0ecd-4e86-befc-49360a6831b8" providerId="AD" clId="Web-{11F099E3-D923-0F61-B16E-E59465D46068}" dt="2026-05-19T18:14:39.195" v="1680" actId="20577"/>
        <pc:sldMkLst>
          <pc:docMk/>
          <pc:sldMk cId="1650382883" sldId="364"/>
        </pc:sldMkLst>
        <pc:spChg chg="mod">
          <ac:chgData name="FANTASIA Luc" userId="S::luc.fantasia@isae-supmeca.fr::31f77f18-0ecd-4e86-befc-49360a6831b8" providerId="AD" clId="Web-{11F099E3-D923-0F61-B16E-E59465D46068}" dt="2026-05-19T18:12:22.684" v="1673" actId="20577"/>
          <ac:spMkLst>
            <pc:docMk/>
            <pc:sldMk cId="1650382883" sldId="364"/>
            <ac:spMk id="5" creationId="{61C25ABE-D2BB-8AF8-9D48-1D76E69C4C47}"/>
          </ac:spMkLst>
        </pc:spChg>
        <pc:spChg chg="mod">
          <ac:chgData name="FANTASIA Luc" userId="S::luc.fantasia@isae-supmeca.fr::31f77f18-0ecd-4e86-befc-49360a6831b8" providerId="AD" clId="Web-{11F099E3-D923-0F61-B16E-E59465D46068}" dt="2026-05-19T18:14:39.195" v="1680" actId="20577"/>
          <ac:spMkLst>
            <pc:docMk/>
            <pc:sldMk cId="1650382883" sldId="364"/>
            <ac:spMk id="21" creationId="{EA42A9B4-8E7F-920B-FB5C-A6CA352912D9}"/>
          </ac:spMkLst>
        </pc:spChg>
      </pc:sldChg>
      <pc:sldChg chg="del">
        <pc:chgData name="FANTASIA Luc" userId="S::luc.fantasia@isae-supmeca.fr::31f77f18-0ecd-4e86-befc-49360a6831b8" providerId="AD" clId="Web-{11F099E3-D923-0F61-B16E-E59465D46068}" dt="2026-05-19T17:44:12.833" v="247"/>
        <pc:sldMkLst>
          <pc:docMk/>
          <pc:sldMk cId="3720583467" sldId="364"/>
        </pc:sldMkLst>
      </pc:sldChg>
      <pc:sldChg chg="del">
        <pc:chgData name="FANTASIA Luc" userId="S::luc.fantasia@isae-supmeca.fr::31f77f18-0ecd-4e86-befc-49360a6831b8" providerId="AD" clId="Web-{11F099E3-D923-0F61-B16E-E59465D46068}" dt="2026-05-19T17:44:12.833" v="248"/>
        <pc:sldMkLst>
          <pc:docMk/>
          <pc:sldMk cId="1279793003" sldId="365"/>
        </pc:sldMkLst>
      </pc:sldChg>
      <pc:sldChg chg="del">
        <pc:chgData name="FANTASIA Luc" userId="S::luc.fantasia@isae-supmeca.fr::31f77f18-0ecd-4e86-befc-49360a6831b8" providerId="AD" clId="Web-{11F099E3-D923-0F61-B16E-E59465D46068}" dt="2026-05-19T17:44:12.817" v="243"/>
        <pc:sldMkLst>
          <pc:docMk/>
          <pc:sldMk cId="848132391" sldId="366"/>
        </pc:sldMkLst>
      </pc:sldChg>
      <pc:sldChg chg="del">
        <pc:chgData name="FANTASIA Luc" userId="S::luc.fantasia@isae-supmeca.fr::31f77f18-0ecd-4e86-befc-49360a6831b8" providerId="AD" clId="Web-{11F099E3-D923-0F61-B16E-E59465D46068}" dt="2026-05-19T17:44:12.817" v="244"/>
        <pc:sldMkLst>
          <pc:docMk/>
          <pc:sldMk cId="2000876177" sldId="367"/>
        </pc:sldMkLst>
      </pc:sldChg>
    </pc:docChg>
  </pc:docChgLst>
  <pc:docChgLst>
    <pc:chgData clId="Web-{9795555C-A84D-3975-7D90-0A2C3BBA9BD0}"/>
    <pc:docChg chg="delSld">
      <pc:chgData name="" userId="" providerId="" clId="Web-{9795555C-A84D-3975-7D90-0A2C3BBA9BD0}" dt="2026-05-05T12:43:58.518" v="1"/>
      <pc:docMkLst>
        <pc:docMk/>
      </pc:docMkLst>
    </pc:docChg>
  </pc:docChgLst>
  <pc:docChgLst>
    <pc:chgData name="NOWAK Alexandre" userId="S::alexandre.nowak@isae-supmeca.fr::656e79b9-b57e-4614-a190-c29086081855" providerId="AD" clId="Web-{44C239E2-B7C3-89CA-D0AE-DAB33F46E19C}"/>
    <pc:docChg chg="modSld">
      <pc:chgData name="NOWAK Alexandre" userId="S::alexandre.nowak@isae-supmeca.fr::656e79b9-b57e-4614-a190-c29086081855" providerId="AD" clId="Web-{44C239E2-B7C3-89CA-D0AE-DAB33F46E19C}" dt="2026-05-13T08:11:21.265" v="11" actId="20577"/>
      <pc:docMkLst>
        <pc:docMk/>
      </pc:docMkLst>
      <pc:sldChg chg="modSp">
        <pc:chgData name="NOWAK Alexandre" userId="S::alexandre.nowak@isae-supmeca.fr::656e79b9-b57e-4614-a190-c29086081855" providerId="AD" clId="Web-{44C239E2-B7C3-89CA-D0AE-DAB33F46E19C}" dt="2026-05-13T08:08:49.865" v="3" actId="20577"/>
        <pc:sldMkLst>
          <pc:docMk/>
          <pc:sldMk cId="1979557302" sldId="357"/>
        </pc:sldMkLst>
        <pc:spChg chg="mod">
          <ac:chgData name="NOWAK Alexandre" userId="S::alexandre.nowak@isae-supmeca.fr::656e79b9-b57e-4614-a190-c29086081855" providerId="AD" clId="Web-{44C239E2-B7C3-89CA-D0AE-DAB33F46E19C}" dt="2026-05-13T08:08:49.865" v="3" actId="20577"/>
          <ac:spMkLst>
            <pc:docMk/>
            <pc:sldMk cId="1979557302" sldId="357"/>
            <ac:spMk id="5" creationId="{CBE1D619-A591-E86A-0640-33CE53C5533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8A1FE7B-5799-4BD5-9478-C6864C9BEFBE}" type="datetimeFigureOut">
              <a:rPr lang="fr-FR" smtClean="0"/>
              <a:t>19/05/2026</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CB38A01-DFAF-4609-8054-47B931FEECF1}" type="slidenum">
              <a:rPr lang="fr-FR" smtClean="0"/>
              <a:t>‹#›</a:t>
            </a:fld>
            <a:endParaRPr lang="fr-FR"/>
          </a:p>
        </p:txBody>
      </p:sp>
    </p:spTree>
    <p:extLst>
      <p:ext uri="{BB962C8B-B14F-4D97-AF65-F5344CB8AC3E}">
        <p14:creationId xmlns:p14="http://schemas.microsoft.com/office/powerpoint/2010/main" val="33028044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FEB028-7FD4-47D5-98C7-4B192024BFF7}" type="datetimeFigureOut">
              <a:rPr lang="fr-FR" smtClean="0"/>
              <a:t>19/05/2026</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7DFFF74-3CCB-462C-8F95-639BB2BF66DC}" type="slidenum">
              <a:rPr lang="fr-FR" smtClean="0"/>
              <a:t>‹#›</a:t>
            </a:fld>
            <a:endParaRPr lang="fr-FR"/>
          </a:p>
        </p:txBody>
      </p:sp>
    </p:spTree>
    <p:extLst>
      <p:ext uri="{BB962C8B-B14F-4D97-AF65-F5344CB8AC3E}">
        <p14:creationId xmlns:p14="http://schemas.microsoft.com/office/powerpoint/2010/main" val="2369108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51633-770F-E6CA-5B63-A9B24CD7A5D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07593CB-00D0-B657-1BC6-0E2025F92ABC}"/>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DE78EEEE-8975-2DBB-C816-525C4A52879B}"/>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F0B90EA-1ACD-698D-3FFA-50A2A7D99879}"/>
              </a:ext>
            </a:extLst>
          </p:cNvPr>
          <p:cNvSpPr>
            <a:spLocks noGrp="1"/>
          </p:cNvSpPr>
          <p:nvPr>
            <p:ph type="sldNum" sz="quarter" idx="10"/>
          </p:nvPr>
        </p:nvSpPr>
        <p:spPr/>
        <p:txBody>
          <a:bodyPr/>
          <a:lstStyle/>
          <a:p>
            <a:fld id="{27DFFF74-3CCB-462C-8F95-639BB2BF66DC}" type="slidenum">
              <a:rPr lang="fr-FR" smtClean="0"/>
              <a:t>1</a:t>
            </a:fld>
            <a:endParaRPr lang="fr-FR"/>
          </a:p>
        </p:txBody>
      </p:sp>
    </p:spTree>
    <p:extLst>
      <p:ext uri="{BB962C8B-B14F-4D97-AF65-F5344CB8AC3E}">
        <p14:creationId xmlns:p14="http://schemas.microsoft.com/office/powerpoint/2010/main" val="1878310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800C5-3077-E21E-ED35-84B88080015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D886A08-990E-615C-93A5-61EE1265474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BB4A03E9-E5C6-976C-FBDE-BB7F44FB4CA3}"/>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4B64F857-9F06-575D-9385-2EEF8B80228E}"/>
              </a:ext>
            </a:extLst>
          </p:cNvPr>
          <p:cNvSpPr>
            <a:spLocks noGrp="1"/>
          </p:cNvSpPr>
          <p:nvPr>
            <p:ph type="sldNum" sz="quarter" idx="10"/>
          </p:nvPr>
        </p:nvSpPr>
        <p:spPr/>
        <p:txBody>
          <a:bodyPr/>
          <a:lstStyle/>
          <a:p>
            <a:fld id="{27DFFF74-3CCB-462C-8F95-639BB2BF66DC}" type="slidenum">
              <a:rPr lang="fr-FR" smtClean="0"/>
              <a:t>3</a:t>
            </a:fld>
            <a:endParaRPr lang="fr-FR"/>
          </a:p>
        </p:txBody>
      </p:sp>
    </p:spTree>
    <p:extLst>
      <p:ext uri="{BB962C8B-B14F-4D97-AF65-F5344CB8AC3E}">
        <p14:creationId xmlns:p14="http://schemas.microsoft.com/office/powerpoint/2010/main" val="1139264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584DB-C92A-8481-FF27-7DDF43BB3C8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376525D-3FED-4313-9B7A-B22D83CB654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6A0E7462-6CF5-5ADB-7894-5D48E8281474}"/>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88E3A4CC-7AA7-F27C-0C04-E50EBD328CED}"/>
              </a:ext>
            </a:extLst>
          </p:cNvPr>
          <p:cNvSpPr>
            <a:spLocks noGrp="1"/>
          </p:cNvSpPr>
          <p:nvPr>
            <p:ph type="sldNum" sz="quarter" idx="10"/>
          </p:nvPr>
        </p:nvSpPr>
        <p:spPr/>
        <p:txBody>
          <a:bodyPr/>
          <a:lstStyle/>
          <a:p>
            <a:fld id="{27DFFF74-3CCB-462C-8F95-639BB2BF66DC}" type="slidenum">
              <a:rPr lang="fr-FR" smtClean="0"/>
              <a:t>4</a:t>
            </a:fld>
            <a:endParaRPr lang="fr-FR"/>
          </a:p>
        </p:txBody>
      </p:sp>
    </p:spTree>
    <p:extLst>
      <p:ext uri="{BB962C8B-B14F-4D97-AF65-F5344CB8AC3E}">
        <p14:creationId xmlns:p14="http://schemas.microsoft.com/office/powerpoint/2010/main" val="2130845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32331-6737-EF98-8D8C-B379B0F5043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3747F4A-E04C-BADB-D2DB-C26C60972C23}"/>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DD0AD63-E1FE-CD7C-42E6-E3455D767FC8}"/>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6D65F9BB-063A-B0EF-DB1E-5967269ED8A8}"/>
              </a:ext>
            </a:extLst>
          </p:cNvPr>
          <p:cNvSpPr>
            <a:spLocks noGrp="1"/>
          </p:cNvSpPr>
          <p:nvPr>
            <p:ph type="sldNum" sz="quarter" idx="10"/>
          </p:nvPr>
        </p:nvSpPr>
        <p:spPr/>
        <p:txBody>
          <a:bodyPr/>
          <a:lstStyle/>
          <a:p>
            <a:fld id="{27DFFF74-3CCB-462C-8F95-639BB2BF66DC}" type="slidenum">
              <a:rPr lang="fr-FR" smtClean="0"/>
              <a:t>5</a:t>
            </a:fld>
            <a:endParaRPr lang="fr-FR"/>
          </a:p>
        </p:txBody>
      </p:sp>
    </p:spTree>
    <p:extLst>
      <p:ext uri="{BB962C8B-B14F-4D97-AF65-F5344CB8AC3E}">
        <p14:creationId xmlns:p14="http://schemas.microsoft.com/office/powerpoint/2010/main" val="836970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E38C5-6EFB-51FF-9AD9-99FF767B7FC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991A034-2393-0C3A-45FF-0E55E5DD7734}"/>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8BD9E9B-7C76-B3D5-34CA-F32DA80C1552}"/>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781FF20F-E684-1165-4BBA-8848387308FB}"/>
              </a:ext>
            </a:extLst>
          </p:cNvPr>
          <p:cNvSpPr>
            <a:spLocks noGrp="1"/>
          </p:cNvSpPr>
          <p:nvPr>
            <p:ph type="sldNum" sz="quarter" idx="10"/>
          </p:nvPr>
        </p:nvSpPr>
        <p:spPr/>
        <p:txBody>
          <a:bodyPr/>
          <a:lstStyle/>
          <a:p>
            <a:fld id="{27DFFF74-3CCB-462C-8F95-639BB2BF66DC}" type="slidenum">
              <a:rPr lang="fr-FR" smtClean="0"/>
              <a:t>7</a:t>
            </a:fld>
            <a:endParaRPr lang="fr-FR"/>
          </a:p>
        </p:txBody>
      </p:sp>
    </p:spTree>
    <p:extLst>
      <p:ext uri="{BB962C8B-B14F-4D97-AF65-F5344CB8AC3E}">
        <p14:creationId xmlns:p14="http://schemas.microsoft.com/office/powerpoint/2010/main" val="95970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51352-C904-A020-9DC3-CC343182A95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3DC8503-A204-08CA-B0EC-1700598EACBF}"/>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0E4F8B8-DBDA-4A59-305E-927CE85280C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6BBF30D0-3C95-823F-7E6D-4548EB573521}"/>
              </a:ext>
            </a:extLst>
          </p:cNvPr>
          <p:cNvSpPr>
            <a:spLocks noGrp="1"/>
          </p:cNvSpPr>
          <p:nvPr>
            <p:ph type="sldNum" sz="quarter" idx="10"/>
          </p:nvPr>
        </p:nvSpPr>
        <p:spPr/>
        <p:txBody>
          <a:bodyPr/>
          <a:lstStyle/>
          <a:p>
            <a:fld id="{27DFFF74-3CCB-462C-8F95-639BB2BF66DC}" type="slidenum">
              <a:rPr lang="fr-FR" smtClean="0"/>
              <a:t>8</a:t>
            </a:fld>
            <a:endParaRPr lang="fr-FR"/>
          </a:p>
        </p:txBody>
      </p:sp>
    </p:spTree>
    <p:extLst>
      <p:ext uri="{BB962C8B-B14F-4D97-AF65-F5344CB8AC3E}">
        <p14:creationId xmlns:p14="http://schemas.microsoft.com/office/powerpoint/2010/main" val="2966074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53139-2383-8F28-B302-2834A13C4B0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7D72DD-66BF-C32F-9E46-ADEFCD6AC5A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82C9C85-63A1-8214-D6AE-F1186F117D9F}"/>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BC15E8A2-8506-2C21-1C83-AA01C30940F9}"/>
              </a:ext>
            </a:extLst>
          </p:cNvPr>
          <p:cNvSpPr>
            <a:spLocks noGrp="1"/>
          </p:cNvSpPr>
          <p:nvPr>
            <p:ph type="sldNum" sz="quarter" idx="10"/>
          </p:nvPr>
        </p:nvSpPr>
        <p:spPr/>
        <p:txBody>
          <a:bodyPr/>
          <a:lstStyle/>
          <a:p>
            <a:fld id="{27DFFF74-3CCB-462C-8F95-639BB2BF66DC}" type="slidenum">
              <a:rPr lang="fr-FR" smtClean="0"/>
              <a:t>9</a:t>
            </a:fld>
            <a:endParaRPr lang="fr-FR"/>
          </a:p>
        </p:txBody>
      </p:sp>
    </p:spTree>
    <p:extLst>
      <p:ext uri="{BB962C8B-B14F-4D97-AF65-F5344CB8AC3E}">
        <p14:creationId xmlns:p14="http://schemas.microsoft.com/office/powerpoint/2010/main" val="20378118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27DFFF74-3CCB-462C-8F95-639BB2BF66DC}" type="slidenum">
              <a:rPr lang="fr-FR" smtClean="0"/>
              <a:t>10</a:t>
            </a:fld>
            <a:endParaRPr lang="fr-FR"/>
          </a:p>
        </p:txBody>
      </p:sp>
    </p:spTree>
    <p:extLst>
      <p:ext uri="{BB962C8B-B14F-4D97-AF65-F5344CB8AC3E}">
        <p14:creationId xmlns:p14="http://schemas.microsoft.com/office/powerpoint/2010/main" val="1182869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467544" y="1598613"/>
            <a:ext cx="8208912" cy="1045145"/>
          </a:xfrm>
        </p:spPr>
        <p:txBody>
          <a:bodyPr/>
          <a:lstStyle/>
          <a:p>
            <a:r>
              <a:rPr lang="fr-FR"/>
              <a:t>Modifiez le style du titre</a:t>
            </a:r>
          </a:p>
        </p:txBody>
      </p:sp>
      <p:sp>
        <p:nvSpPr>
          <p:cNvPr id="3" name="Sous-titre 2"/>
          <p:cNvSpPr>
            <a:spLocks noGrp="1"/>
          </p:cNvSpPr>
          <p:nvPr>
            <p:ph type="subTitle" idx="1"/>
          </p:nvPr>
        </p:nvSpPr>
        <p:spPr>
          <a:xfrm>
            <a:off x="467544" y="2643758"/>
            <a:ext cx="8208912" cy="1224136"/>
          </a:xfrm>
        </p:spPr>
        <p:txBody>
          <a:bodyPr/>
          <a:lstStyle>
            <a:lvl1pPr marL="0" indent="0" algn="ctr">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4" name="Espace réservé du pied de page 3"/>
          <p:cNvSpPr>
            <a:spLocks noGrp="1"/>
          </p:cNvSpPr>
          <p:nvPr>
            <p:ph type="ftr" sz="quarter" idx="10"/>
          </p:nvPr>
        </p:nvSpPr>
        <p:spPr/>
        <p:txBody>
          <a:bodyPr/>
          <a:lstStyle>
            <a:lvl1pPr>
              <a:defRPr>
                <a:solidFill>
                  <a:schemeClr val="tx2">
                    <a:lumMod val="50000"/>
                  </a:schemeClr>
                </a:solidFill>
              </a:defRPr>
            </a:lvl1pPr>
          </a:lstStyle>
          <a:p>
            <a:pPr>
              <a:defRPr/>
            </a:pPr>
            <a:r>
              <a:rPr lang="fr-FR"/>
              <a:t>|          </a:t>
            </a:r>
            <a:r>
              <a:rPr lang="fr-FR" b="1"/>
              <a:t>ISAE-</a:t>
            </a:r>
            <a:r>
              <a:rPr lang="fr-FR" b="1" err="1"/>
              <a:t>Supméca</a:t>
            </a:r>
            <a:r>
              <a:rPr lang="fr-FR"/>
              <a:t> – Institut supérieur de mécanique de Paris          |</a:t>
            </a:r>
          </a:p>
        </p:txBody>
      </p:sp>
      <p:sp>
        <p:nvSpPr>
          <p:cNvPr id="5" name="Espace réservé du numéro de diapositive 4"/>
          <p:cNvSpPr>
            <a:spLocks noGrp="1"/>
          </p:cNvSpPr>
          <p:nvPr>
            <p:ph type="sldNum" sz="quarter" idx="11"/>
          </p:nvPr>
        </p:nvSpPr>
        <p:spPr/>
        <p:txBody>
          <a:bodyPr/>
          <a:lstStyle/>
          <a:p>
            <a:fld id="{6239910A-A7F2-4E32-AD7E-D217E3F3092B}" type="slidenum">
              <a:rPr lang="fr-FR" smtClean="0"/>
              <a:t>‹#›</a:t>
            </a:fld>
            <a:endParaRPr lang="fr-FR"/>
          </a:p>
        </p:txBody>
      </p:sp>
    </p:spTree>
    <p:extLst>
      <p:ext uri="{BB962C8B-B14F-4D97-AF65-F5344CB8AC3E}">
        <p14:creationId xmlns:p14="http://schemas.microsoft.com/office/powerpoint/2010/main" val="2668408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u pied de page 1"/>
          <p:cNvSpPr>
            <a:spLocks noGrp="1"/>
          </p:cNvSpPr>
          <p:nvPr>
            <p:ph type="ftr" sz="quarter" idx="10"/>
          </p:nvPr>
        </p:nvSpPr>
        <p:spPr/>
        <p:txBody>
          <a:bodyPr/>
          <a:lstStyle/>
          <a:p>
            <a:pPr>
              <a:defRPr/>
            </a:pPr>
            <a:r>
              <a:rPr lang="fr-FR">
                <a:solidFill>
                  <a:srgbClr val="F45F0C"/>
                </a:solidFill>
              </a:rPr>
              <a:t>|</a:t>
            </a:r>
            <a:r>
              <a:rPr lang="fr-FR">
                <a:solidFill>
                  <a:srgbClr val="F2F2F2"/>
                </a:solidFill>
              </a:rPr>
              <a:t>          </a:t>
            </a:r>
            <a:r>
              <a:rPr lang="fr-FR" b="1">
                <a:solidFill>
                  <a:schemeClr val="tx1">
                    <a:lumMod val="50000"/>
                  </a:schemeClr>
                </a:solidFill>
              </a:rPr>
              <a:t>ISAE-</a:t>
            </a:r>
            <a:r>
              <a:rPr lang="fr-FR" b="1" err="1">
                <a:solidFill>
                  <a:schemeClr val="tx1">
                    <a:lumMod val="50000"/>
                  </a:schemeClr>
                </a:solidFill>
              </a:rPr>
              <a:t>Supméca</a:t>
            </a:r>
            <a:r>
              <a:rPr lang="fr-FR">
                <a:solidFill>
                  <a:schemeClr val="tx1">
                    <a:lumMod val="50000"/>
                  </a:schemeClr>
                </a:solidFill>
              </a:rPr>
              <a:t> – Institut supérieur de mécanique de Paris          </a:t>
            </a:r>
            <a:r>
              <a:rPr lang="fr-FR">
                <a:solidFill>
                  <a:srgbClr val="F45F0C"/>
                </a:solidFill>
              </a:rPr>
              <a:t>|</a:t>
            </a:r>
            <a:endParaRPr lang="fr-FR">
              <a:solidFill>
                <a:srgbClr val="F2F2F2"/>
              </a:solidFill>
            </a:endParaRPr>
          </a:p>
        </p:txBody>
      </p:sp>
      <p:sp>
        <p:nvSpPr>
          <p:cNvPr id="3" name="Espace réservé du numéro de diapositive 2"/>
          <p:cNvSpPr>
            <a:spLocks noGrp="1"/>
          </p:cNvSpPr>
          <p:nvPr>
            <p:ph type="sldNum" sz="quarter" idx="11"/>
          </p:nvPr>
        </p:nvSpPr>
        <p:spPr/>
        <p:txBody>
          <a:bodyPr/>
          <a:lstStyle/>
          <a:p>
            <a:fld id="{6239910A-A7F2-4E32-AD7E-D217E3F3092B}" type="slidenum">
              <a:rPr lang="fr-FR" smtClean="0"/>
              <a:t>‹#›</a:t>
            </a:fld>
            <a:endParaRPr lang="fr-FR"/>
          </a:p>
        </p:txBody>
      </p:sp>
    </p:spTree>
    <p:extLst>
      <p:ext uri="{BB962C8B-B14F-4D97-AF65-F5344CB8AC3E}">
        <p14:creationId xmlns:p14="http://schemas.microsoft.com/office/powerpoint/2010/main" val="376775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467544" y="1597819"/>
            <a:ext cx="8208912" cy="1045939"/>
          </a:xfrm>
          <a:prstGeom prst="rect">
            <a:avLst/>
          </a:prstGeom>
        </p:spPr>
        <p:txBody>
          <a:bodyPr>
            <a:normAutofit/>
          </a:bodyPr>
          <a:lstStyle>
            <a:lvl1pPr>
              <a:defRPr sz="5400"/>
            </a:lvl1pPr>
          </a:lstStyle>
          <a:p>
            <a:r>
              <a:rPr lang="fr-FR"/>
              <a:t>Modifiez le style du titre</a:t>
            </a:r>
          </a:p>
        </p:txBody>
      </p:sp>
      <p:sp>
        <p:nvSpPr>
          <p:cNvPr id="6" name="Sous-titre 2"/>
          <p:cNvSpPr>
            <a:spLocks noGrp="1"/>
          </p:cNvSpPr>
          <p:nvPr>
            <p:ph type="subTitle" idx="1"/>
          </p:nvPr>
        </p:nvSpPr>
        <p:spPr>
          <a:xfrm>
            <a:off x="467544" y="2643758"/>
            <a:ext cx="8208912" cy="1224136"/>
          </a:xfrm>
        </p:spPr>
        <p:txBody>
          <a:bodyPr/>
          <a:lstStyle>
            <a:lvl1pPr marL="0" indent="0" algn="ctr">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3" name="Espace réservé du pied de page 2"/>
          <p:cNvSpPr>
            <a:spLocks noGrp="1"/>
          </p:cNvSpPr>
          <p:nvPr>
            <p:ph type="ftr" sz="quarter" idx="10"/>
          </p:nvPr>
        </p:nvSpPr>
        <p:spPr/>
        <p:txBody>
          <a:bodyPr/>
          <a:lstStyle>
            <a:lvl1pPr>
              <a:defRPr>
                <a:solidFill>
                  <a:schemeClr val="tx2">
                    <a:lumMod val="50000"/>
                  </a:schemeClr>
                </a:solidFill>
              </a:defRPr>
            </a:lvl1pPr>
          </a:lstStyle>
          <a:p>
            <a:pPr>
              <a:defRPr/>
            </a:pPr>
            <a:r>
              <a:rPr lang="fr-FR"/>
              <a:t>|          </a:t>
            </a:r>
            <a:r>
              <a:rPr lang="fr-FR" b="1"/>
              <a:t>ISAE-</a:t>
            </a:r>
            <a:r>
              <a:rPr lang="fr-FR" b="1" err="1"/>
              <a:t>Supméca</a:t>
            </a:r>
            <a:r>
              <a:rPr lang="fr-FR"/>
              <a:t> – Institut supérieur de mécanique de Paris          |</a:t>
            </a:r>
          </a:p>
        </p:txBody>
      </p:sp>
      <p:sp>
        <p:nvSpPr>
          <p:cNvPr id="4" name="Espace réservé du numéro de diapositive 3"/>
          <p:cNvSpPr>
            <a:spLocks noGrp="1"/>
          </p:cNvSpPr>
          <p:nvPr>
            <p:ph type="sldNum" sz="quarter" idx="11"/>
          </p:nvPr>
        </p:nvSpPr>
        <p:spPr/>
        <p:txBody>
          <a:bodyPr/>
          <a:lstStyle/>
          <a:p>
            <a:fld id="{6239910A-A7F2-4E32-AD7E-D217E3F3092B}" type="slidenum">
              <a:rPr lang="fr-FR" smtClean="0"/>
              <a:t>‹#›</a:t>
            </a:fld>
            <a:endParaRPr lang="fr-FR"/>
          </a:p>
        </p:txBody>
      </p:sp>
    </p:spTree>
    <p:extLst>
      <p:ext uri="{BB962C8B-B14F-4D97-AF65-F5344CB8AC3E}">
        <p14:creationId xmlns:p14="http://schemas.microsoft.com/office/powerpoint/2010/main" val="4077791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6" name="Espace réservé du pied de page 5"/>
          <p:cNvSpPr>
            <a:spLocks noGrp="1"/>
          </p:cNvSpPr>
          <p:nvPr>
            <p:ph type="ftr" sz="quarter" idx="10"/>
          </p:nvPr>
        </p:nvSpPr>
        <p:spPr/>
        <p:txBody>
          <a:bodyPr/>
          <a:lstStyle>
            <a:lvl1pPr>
              <a:defRPr>
                <a:solidFill>
                  <a:schemeClr val="tx2">
                    <a:lumMod val="50000"/>
                  </a:schemeClr>
                </a:solidFill>
              </a:defRPr>
            </a:lvl1pPr>
          </a:lstStyle>
          <a:p>
            <a:pPr>
              <a:defRPr/>
            </a:pPr>
            <a:r>
              <a:rPr lang="fr-FR"/>
              <a:t>|          </a:t>
            </a:r>
            <a:r>
              <a:rPr lang="fr-FR" b="1"/>
              <a:t>ISAE-</a:t>
            </a:r>
            <a:r>
              <a:rPr lang="fr-FR" b="1" err="1"/>
              <a:t>Supméca</a:t>
            </a:r>
            <a:r>
              <a:rPr lang="fr-FR"/>
              <a:t> – Institut supérieur de mécanique de Paris          |</a:t>
            </a:r>
          </a:p>
        </p:txBody>
      </p:sp>
      <p:sp>
        <p:nvSpPr>
          <p:cNvPr id="7" name="Espace réservé du numéro de diapositive 6"/>
          <p:cNvSpPr>
            <a:spLocks noGrp="1"/>
          </p:cNvSpPr>
          <p:nvPr>
            <p:ph type="sldNum" sz="quarter" idx="11"/>
          </p:nvPr>
        </p:nvSpPr>
        <p:spPr/>
        <p:txBody>
          <a:bodyPr/>
          <a:lstStyle/>
          <a:p>
            <a:fld id="{6239910A-A7F2-4E32-AD7E-D217E3F3092B}" type="slidenum">
              <a:rPr lang="fr-FR" smtClean="0"/>
              <a:t>‹#›</a:t>
            </a:fld>
            <a:endParaRPr lang="fr-FR"/>
          </a:p>
        </p:txBody>
      </p:sp>
    </p:spTree>
    <p:extLst>
      <p:ext uri="{BB962C8B-B14F-4D97-AF65-F5344CB8AC3E}">
        <p14:creationId xmlns:p14="http://schemas.microsoft.com/office/powerpoint/2010/main" val="3906508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9" name="Espace réservé du pied de page 8"/>
          <p:cNvSpPr>
            <a:spLocks noGrp="1"/>
          </p:cNvSpPr>
          <p:nvPr>
            <p:ph type="ftr" sz="quarter" idx="10"/>
          </p:nvPr>
        </p:nvSpPr>
        <p:spPr/>
        <p:txBody>
          <a:bodyPr/>
          <a:lstStyle/>
          <a:p>
            <a:r>
              <a:rPr lang="fr-FR">
                <a:solidFill>
                  <a:schemeClr val="tx2"/>
                </a:solidFill>
              </a:rPr>
              <a:t>|</a:t>
            </a:r>
            <a:r>
              <a:rPr lang="fr-FR">
                <a:solidFill>
                  <a:srgbClr val="222A35"/>
                </a:solidFill>
              </a:rPr>
              <a:t>          </a:t>
            </a:r>
            <a:r>
              <a:rPr lang="fr-FR" b="1">
                <a:solidFill>
                  <a:srgbClr val="222A35"/>
                </a:solidFill>
              </a:rPr>
              <a:t>ISAE-</a:t>
            </a:r>
            <a:r>
              <a:rPr lang="fr-FR" b="1" err="1">
                <a:solidFill>
                  <a:srgbClr val="222A35"/>
                </a:solidFill>
              </a:rPr>
              <a:t>Supméca</a:t>
            </a:r>
            <a:r>
              <a:rPr lang="fr-FR">
                <a:solidFill>
                  <a:srgbClr val="222A35"/>
                </a:solidFill>
              </a:rPr>
              <a:t> – Institut supérieur de mécanique de Paris          </a:t>
            </a:r>
            <a:r>
              <a:rPr lang="fr-FR">
                <a:solidFill>
                  <a:schemeClr val="tx2"/>
                </a:solidFill>
              </a:rPr>
              <a:t>|</a:t>
            </a:r>
          </a:p>
        </p:txBody>
      </p:sp>
      <p:sp>
        <p:nvSpPr>
          <p:cNvPr id="10" name="Espace réservé du numéro de diapositive 9"/>
          <p:cNvSpPr>
            <a:spLocks noGrp="1"/>
          </p:cNvSpPr>
          <p:nvPr>
            <p:ph type="sldNum" sz="quarter" idx="11"/>
          </p:nvPr>
        </p:nvSpPr>
        <p:spPr/>
        <p:txBody>
          <a:bodyPr/>
          <a:lstStyle/>
          <a:p>
            <a:fld id="{6189AD21-9F8B-47CF-9B2C-59971C9A1C69}" type="slidenum">
              <a:rPr lang="fr-FR" smtClean="0"/>
              <a:pPr/>
              <a:t>‹#›</a:t>
            </a:fld>
            <a:endParaRPr lang="fr-FR"/>
          </a:p>
        </p:txBody>
      </p:sp>
    </p:spTree>
    <p:extLst>
      <p:ext uri="{BB962C8B-B14F-4D97-AF65-F5344CB8AC3E}">
        <p14:creationId xmlns:p14="http://schemas.microsoft.com/office/powerpoint/2010/main" val="983307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a:xfrm>
            <a:off x="457200" y="1059582"/>
            <a:ext cx="8229600" cy="3534643"/>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p:cNvSpPr>
            <a:spLocks noGrp="1"/>
          </p:cNvSpPr>
          <p:nvPr>
            <p:ph type="ftr" sz="quarter" idx="10"/>
          </p:nvPr>
        </p:nvSpPr>
        <p:spPr/>
        <p:txBody>
          <a:bodyPr/>
          <a:lstStyle/>
          <a:p>
            <a:r>
              <a:rPr lang="fr-FR">
                <a:solidFill>
                  <a:schemeClr val="tx2"/>
                </a:solidFill>
              </a:rPr>
              <a:t>|</a:t>
            </a:r>
            <a:r>
              <a:rPr lang="fr-FR">
                <a:solidFill>
                  <a:srgbClr val="222A35"/>
                </a:solidFill>
              </a:rPr>
              <a:t>         </a:t>
            </a:r>
            <a:r>
              <a:rPr lang="fr-FR" b="1">
                <a:solidFill>
                  <a:srgbClr val="222A35"/>
                </a:solidFill>
              </a:rPr>
              <a:t> ISAE-</a:t>
            </a:r>
            <a:r>
              <a:rPr lang="fr-FR" b="1" err="1">
                <a:solidFill>
                  <a:srgbClr val="222A35"/>
                </a:solidFill>
              </a:rPr>
              <a:t>Supméca</a:t>
            </a:r>
            <a:r>
              <a:rPr lang="fr-FR" b="1">
                <a:solidFill>
                  <a:srgbClr val="222A35"/>
                </a:solidFill>
              </a:rPr>
              <a:t> </a:t>
            </a:r>
            <a:r>
              <a:rPr lang="fr-FR">
                <a:solidFill>
                  <a:srgbClr val="222A35"/>
                </a:solidFill>
              </a:rPr>
              <a:t>– Institut supérieur de mécanique de Paris          </a:t>
            </a:r>
            <a:r>
              <a:rPr lang="fr-FR">
                <a:solidFill>
                  <a:schemeClr val="tx2"/>
                </a:solidFill>
              </a:rPr>
              <a:t>|</a:t>
            </a:r>
          </a:p>
        </p:txBody>
      </p:sp>
      <p:sp>
        <p:nvSpPr>
          <p:cNvPr id="8" name="Espace réservé du numéro de diapositive 7"/>
          <p:cNvSpPr>
            <a:spLocks noGrp="1"/>
          </p:cNvSpPr>
          <p:nvPr>
            <p:ph type="sldNum" sz="quarter" idx="11"/>
          </p:nvPr>
        </p:nvSpPr>
        <p:spPr/>
        <p:txBody>
          <a:bodyPr/>
          <a:lstStyle/>
          <a:p>
            <a:fld id="{6189AD21-9F8B-47CF-9B2C-59971C9A1C69}" type="slidenum">
              <a:rPr lang="fr-FR" smtClean="0"/>
              <a:pPr/>
              <a:t>‹#›</a:t>
            </a:fld>
            <a:endParaRPr lang="fr-FR"/>
          </a:p>
        </p:txBody>
      </p:sp>
    </p:spTree>
    <p:extLst>
      <p:ext uri="{BB962C8B-B14F-4D97-AF65-F5344CB8AC3E}">
        <p14:creationId xmlns:p14="http://schemas.microsoft.com/office/powerpoint/2010/main" val="4275891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10"/>
          </p:nvPr>
        </p:nvSpPr>
        <p:spPr/>
        <p:txBody>
          <a:bodyPr/>
          <a:lstStyle/>
          <a:p>
            <a:r>
              <a:rPr lang="fr-FR">
                <a:solidFill>
                  <a:schemeClr val="tx2"/>
                </a:solidFill>
              </a:rPr>
              <a:t>|</a:t>
            </a:r>
            <a:r>
              <a:rPr lang="fr-FR">
                <a:solidFill>
                  <a:srgbClr val="222A35"/>
                </a:solidFill>
              </a:rPr>
              <a:t>         </a:t>
            </a:r>
            <a:r>
              <a:rPr lang="fr-FR" b="1">
                <a:solidFill>
                  <a:srgbClr val="222A35"/>
                </a:solidFill>
              </a:rPr>
              <a:t> ISAE-</a:t>
            </a:r>
            <a:r>
              <a:rPr lang="fr-FR" b="1" err="1">
                <a:solidFill>
                  <a:srgbClr val="222A35"/>
                </a:solidFill>
              </a:rPr>
              <a:t>Supméca</a:t>
            </a:r>
            <a:r>
              <a:rPr lang="fr-FR" b="1">
                <a:solidFill>
                  <a:srgbClr val="222A35"/>
                </a:solidFill>
              </a:rPr>
              <a:t> </a:t>
            </a:r>
            <a:r>
              <a:rPr lang="fr-FR">
                <a:solidFill>
                  <a:srgbClr val="222A35"/>
                </a:solidFill>
              </a:rPr>
              <a:t>– Institut supérieur de mécanique de Paris          </a:t>
            </a:r>
            <a:r>
              <a:rPr lang="fr-FR">
                <a:solidFill>
                  <a:schemeClr val="tx2"/>
                </a:solidFill>
              </a:rPr>
              <a:t>|</a:t>
            </a:r>
          </a:p>
        </p:txBody>
      </p:sp>
      <p:sp>
        <p:nvSpPr>
          <p:cNvPr id="9" name="Espace réservé du numéro de diapositive 8"/>
          <p:cNvSpPr>
            <a:spLocks noGrp="1"/>
          </p:cNvSpPr>
          <p:nvPr>
            <p:ph type="sldNum" sz="quarter" idx="11"/>
          </p:nvPr>
        </p:nvSpPr>
        <p:spPr/>
        <p:txBody>
          <a:bodyPr/>
          <a:lstStyle/>
          <a:p>
            <a:fld id="{6189AD21-9F8B-47CF-9B2C-59971C9A1C69}" type="slidenum">
              <a:rPr lang="fr-FR" smtClean="0"/>
              <a:pPr/>
              <a:t>‹#›</a:t>
            </a:fld>
            <a:endParaRPr lang="fr-FR"/>
          </a:p>
        </p:txBody>
      </p:sp>
    </p:spTree>
    <p:extLst>
      <p:ext uri="{BB962C8B-B14F-4D97-AF65-F5344CB8AC3E}">
        <p14:creationId xmlns:p14="http://schemas.microsoft.com/office/powerpoint/2010/main" val="529624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pied de page 9"/>
          <p:cNvSpPr>
            <a:spLocks noGrp="1"/>
          </p:cNvSpPr>
          <p:nvPr>
            <p:ph type="ftr" sz="quarter" idx="10"/>
          </p:nvPr>
        </p:nvSpPr>
        <p:spPr/>
        <p:txBody>
          <a:bodyPr/>
          <a:lstStyle/>
          <a:p>
            <a:r>
              <a:rPr lang="fr-FR">
                <a:solidFill>
                  <a:schemeClr val="tx2"/>
                </a:solidFill>
              </a:rPr>
              <a:t>|</a:t>
            </a:r>
            <a:r>
              <a:rPr lang="fr-FR">
                <a:solidFill>
                  <a:srgbClr val="222A35"/>
                </a:solidFill>
              </a:rPr>
              <a:t>          </a:t>
            </a:r>
            <a:r>
              <a:rPr lang="fr-FR" b="1">
                <a:solidFill>
                  <a:srgbClr val="222A35"/>
                </a:solidFill>
              </a:rPr>
              <a:t>ISAE-</a:t>
            </a:r>
            <a:r>
              <a:rPr lang="fr-FR" b="1" err="1">
                <a:solidFill>
                  <a:srgbClr val="222A35"/>
                </a:solidFill>
              </a:rPr>
              <a:t>Supméca</a:t>
            </a:r>
            <a:r>
              <a:rPr lang="fr-FR">
                <a:solidFill>
                  <a:srgbClr val="222A35"/>
                </a:solidFill>
              </a:rPr>
              <a:t> – Institut supérieur de mécanique de Paris          </a:t>
            </a:r>
            <a:r>
              <a:rPr lang="fr-FR">
                <a:solidFill>
                  <a:schemeClr val="tx2"/>
                </a:solidFill>
              </a:rPr>
              <a:t>|</a:t>
            </a:r>
          </a:p>
        </p:txBody>
      </p:sp>
      <p:sp>
        <p:nvSpPr>
          <p:cNvPr id="11" name="Espace réservé du numéro de diapositive 10"/>
          <p:cNvSpPr>
            <a:spLocks noGrp="1"/>
          </p:cNvSpPr>
          <p:nvPr>
            <p:ph type="sldNum" sz="quarter" idx="11"/>
          </p:nvPr>
        </p:nvSpPr>
        <p:spPr/>
        <p:txBody>
          <a:bodyPr/>
          <a:lstStyle/>
          <a:p>
            <a:fld id="{6189AD21-9F8B-47CF-9B2C-59971C9A1C69}" type="slidenum">
              <a:rPr lang="fr-FR" smtClean="0"/>
              <a:pPr/>
              <a:t>‹#›</a:t>
            </a:fld>
            <a:endParaRPr lang="fr-FR"/>
          </a:p>
        </p:txBody>
      </p:sp>
    </p:spTree>
    <p:extLst>
      <p:ext uri="{BB962C8B-B14F-4D97-AF65-F5344CB8AC3E}">
        <p14:creationId xmlns:p14="http://schemas.microsoft.com/office/powerpoint/2010/main" val="3111351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3" name="Espace réservé du pied de page 2"/>
          <p:cNvSpPr>
            <a:spLocks noGrp="1"/>
          </p:cNvSpPr>
          <p:nvPr>
            <p:ph type="ftr" sz="quarter" idx="10"/>
          </p:nvPr>
        </p:nvSpPr>
        <p:spPr/>
        <p:txBody>
          <a:bodyPr/>
          <a:lstStyle/>
          <a:p>
            <a:r>
              <a:rPr lang="fr-FR">
                <a:solidFill>
                  <a:schemeClr val="tx2"/>
                </a:solidFill>
              </a:rPr>
              <a:t>|</a:t>
            </a:r>
            <a:r>
              <a:rPr lang="fr-FR">
                <a:solidFill>
                  <a:srgbClr val="222A35"/>
                </a:solidFill>
              </a:rPr>
              <a:t>         </a:t>
            </a:r>
            <a:r>
              <a:rPr lang="fr-FR" b="1">
                <a:solidFill>
                  <a:srgbClr val="222A35"/>
                </a:solidFill>
              </a:rPr>
              <a:t> ISAE-</a:t>
            </a:r>
            <a:r>
              <a:rPr lang="fr-FR" b="1" err="1">
                <a:solidFill>
                  <a:srgbClr val="222A35"/>
                </a:solidFill>
              </a:rPr>
              <a:t>Supméca</a:t>
            </a:r>
            <a:r>
              <a:rPr lang="fr-FR" b="1">
                <a:solidFill>
                  <a:srgbClr val="222A35"/>
                </a:solidFill>
              </a:rPr>
              <a:t> </a:t>
            </a:r>
            <a:r>
              <a:rPr lang="fr-FR">
                <a:solidFill>
                  <a:srgbClr val="222A35"/>
                </a:solidFill>
              </a:rPr>
              <a:t>– Institut supérieur de mécanique de Paris          </a:t>
            </a:r>
            <a:r>
              <a:rPr lang="fr-FR">
                <a:solidFill>
                  <a:schemeClr val="tx2"/>
                </a:solidFill>
              </a:rPr>
              <a:t>|</a:t>
            </a:r>
          </a:p>
        </p:txBody>
      </p:sp>
      <p:sp>
        <p:nvSpPr>
          <p:cNvPr id="6" name="Espace réservé du numéro de diapositive 5"/>
          <p:cNvSpPr>
            <a:spLocks noGrp="1"/>
          </p:cNvSpPr>
          <p:nvPr>
            <p:ph type="sldNum" sz="quarter" idx="11"/>
          </p:nvPr>
        </p:nvSpPr>
        <p:spPr/>
        <p:txBody>
          <a:bodyPr/>
          <a:lstStyle/>
          <a:p>
            <a:fld id="{6189AD21-9F8B-47CF-9B2C-59971C9A1C69}" type="slidenum">
              <a:rPr lang="fr-FR" smtClean="0"/>
              <a:pPr/>
              <a:t>‹#›</a:t>
            </a:fld>
            <a:endParaRPr lang="fr-FR"/>
          </a:p>
        </p:txBody>
      </p:sp>
    </p:spTree>
    <p:extLst>
      <p:ext uri="{BB962C8B-B14F-4D97-AF65-F5344CB8AC3E}">
        <p14:creationId xmlns:p14="http://schemas.microsoft.com/office/powerpoint/2010/main" val="136423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143000" y="841375"/>
            <a:ext cx="6858000" cy="17907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Tree>
    <p:extLst>
      <p:ext uri="{BB962C8B-B14F-4D97-AF65-F5344CB8AC3E}">
        <p14:creationId xmlns:p14="http://schemas.microsoft.com/office/powerpoint/2010/main" val="21822445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457200" y="1200150"/>
            <a:ext cx="8229600" cy="3394075"/>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cxnSp>
        <p:nvCxnSpPr>
          <p:cNvPr id="7" name="Connecteur droit 6"/>
          <p:cNvCxnSpPr/>
          <p:nvPr userDrawn="1"/>
        </p:nvCxnSpPr>
        <p:spPr>
          <a:xfrm>
            <a:off x="457200" y="4699906"/>
            <a:ext cx="8229600" cy="0"/>
          </a:xfrm>
          <a:prstGeom prst="line">
            <a:avLst/>
          </a:prstGeom>
          <a:ln w="127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1" name="Espace réservé de la date 3"/>
          <p:cNvSpPr txBox="1">
            <a:spLocks/>
          </p:cNvSpPr>
          <p:nvPr userDrawn="1"/>
        </p:nvSpPr>
        <p:spPr>
          <a:xfrm>
            <a:off x="457200" y="4746178"/>
            <a:ext cx="1378496" cy="273844"/>
          </a:xfrm>
          <a:prstGeom prst="rect">
            <a:avLst/>
          </a:prstGeom>
        </p:spPr>
        <p:txBody>
          <a:bodyPr lIns="0"/>
          <a:lstStyle>
            <a:defPPr>
              <a:defRPr lang="fr-FR"/>
            </a:defPPr>
            <a:lvl1pPr marL="0" algn="l" defTabSz="914400" rtl="0" eaLnBrk="1" latinLnBrk="0" hangingPunct="1">
              <a:defRPr sz="1800" kern="1200">
                <a:solidFill>
                  <a:schemeClr val="bg2"/>
                </a:solidFill>
                <a:latin typeface="Source Sans Pro" panose="020B0503030403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chemeClr val="tx2">
                    <a:lumMod val="50000"/>
                  </a:schemeClr>
                </a:solidFill>
                <a:effectLst/>
                <a:uLnTx/>
                <a:uFillTx/>
                <a:latin typeface="Source Sans Pro" panose="020B0503030403020204" pitchFamily="34" charset="0"/>
                <a:ea typeface="+mn-ea"/>
                <a:cs typeface="+mn-cs"/>
              </a:rPr>
              <a:t>Groupe ISAE</a:t>
            </a:r>
          </a:p>
        </p:txBody>
      </p:sp>
      <p:sp>
        <p:nvSpPr>
          <p:cNvPr id="5" name="Espace réservé du pied de page 4"/>
          <p:cNvSpPr>
            <a:spLocks noGrp="1"/>
          </p:cNvSpPr>
          <p:nvPr>
            <p:ph type="ftr" sz="quarter" idx="3"/>
          </p:nvPr>
        </p:nvSpPr>
        <p:spPr>
          <a:xfrm>
            <a:off x="1907704" y="4717133"/>
            <a:ext cx="5328592" cy="374898"/>
          </a:xfrm>
          <a:prstGeom prst="rect">
            <a:avLst/>
          </a:prstGeom>
        </p:spPr>
        <p:txBody>
          <a:bodyPr vert="horz" lIns="91440" tIns="45720" rIns="91440" bIns="45720" rtlCol="0" anchor="ctr"/>
          <a:lstStyle>
            <a:lvl1pPr algn="ctr">
              <a:defRPr sz="1400">
                <a:solidFill>
                  <a:schemeClr val="tx2">
                    <a:lumMod val="50000"/>
                  </a:schemeClr>
                </a:solidFill>
              </a:defRPr>
            </a:lvl1pPr>
          </a:lstStyle>
          <a:p>
            <a:pPr>
              <a:defRPr/>
            </a:pPr>
            <a:r>
              <a:rPr lang="fr-FR"/>
              <a:t>|          </a:t>
            </a:r>
            <a:r>
              <a:rPr lang="fr-FR" b="1"/>
              <a:t>ISAE-</a:t>
            </a:r>
            <a:r>
              <a:rPr lang="fr-FR" b="1" err="1"/>
              <a:t>Supméca</a:t>
            </a:r>
            <a:r>
              <a:rPr lang="fr-FR"/>
              <a:t> – Institut supérieur de mécanique de Paris          |</a:t>
            </a:r>
          </a:p>
        </p:txBody>
      </p:sp>
      <p:sp>
        <p:nvSpPr>
          <p:cNvPr id="9" name="Espace réservé du numéro de diapositive 8"/>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a:defRPr sz="1200">
                <a:solidFill>
                  <a:schemeClr val="tx2">
                    <a:lumMod val="50000"/>
                  </a:schemeClr>
                </a:solidFill>
              </a:defRPr>
            </a:lvl1pPr>
          </a:lstStyle>
          <a:p>
            <a:fld id="{6239910A-A7F2-4E32-AD7E-D217E3F3092B}" type="slidenum">
              <a:rPr lang="fr-FR" smtClean="0"/>
              <a:pPr/>
              <a:t>‹#›</a:t>
            </a:fld>
            <a:endParaRPr lang="fr-FR"/>
          </a:p>
        </p:txBody>
      </p:sp>
    </p:spTree>
    <p:extLst>
      <p:ext uri="{BB962C8B-B14F-4D97-AF65-F5344CB8AC3E}">
        <p14:creationId xmlns:p14="http://schemas.microsoft.com/office/powerpoint/2010/main" val="2475662653"/>
      </p:ext>
    </p:extLst>
  </p:cSld>
  <p:clrMap bg1="dk1" tx1="lt1" bg2="dk2" tx2="lt2" accent1="accent1" accent2="accent2" accent3="accent3" accent4="accent4" accent5="accent5" accent6="accent6" hlink="hlink" folHlink="folHlink"/>
  <p:sldLayoutIdLst>
    <p:sldLayoutId id="2147483659" r:id="rId1"/>
    <p:sldLayoutId id="2147483665" r:id="rId2"/>
    <p:sldLayoutId id="2147483667" r:id="rId3"/>
    <p:sldLayoutId id="2147483680" r:id="rId4"/>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67544" y="0"/>
            <a:ext cx="8229600" cy="627534"/>
          </a:xfrm>
          <a:prstGeom prst="rect">
            <a:avLst/>
          </a:prstGeom>
        </p:spPr>
        <p:txBody>
          <a:bodyPr vert="horz" lIns="0" tIns="45720" rIns="0" bIns="45720" rtlCol="0" anchor="ctr">
            <a:normAutofit/>
          </a:bodyPr>
          <a:lstStyle/>
          <a:p>
            <a:r>
              <a:rPr lang="fr-FR"/>
              <a:t>Modifiez le style du titre</a:t>
            </a:r>
          </a:p>
        </p:txBody>
      </p:sp>
      <p:sp>
        <p:nvSpPr>
          <p:cNvPr id="3" name="Espace réservé du texte 2"/>
          <p:cNvSpPr>
            <a:spLocks noGrp="1"/>
          </p:cNvSpPr>
          <p:nvPr>
            <p:ph type="body" idx="1"/>
          </p:nvPr>
        </p:nvSpPr>
        <p:spPr>
          <a:xfrm>
            <a:off x="457200" y="1200150"/>
            <a:ext cx="8229600" cy="3394075"/>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p:cNvSpPr>
            <a:spLocks noGrp="1"/>
          </p:cNvSpPr>
          <p:nvPr>
            <p:ph type="ftr" sz="quarter" idx="3"/>
          </p:nvPr>
        </p:nvSpPr>
        <p:spPr>
          <a:xfrm>
            <a:off x="1691680" y="4767263"/>
            <a:ext cx="5760640" cy="274637"/>
          </a:xfrm>
          <a:prstGeom prst="rect">
            <a:avLst/>
          </a:prstGeom>
          <a:ln>
            <a:noFill/>
          </a:ln>
        </p:spPr>
        <p:txBody>
          <a:bodyPr vert="horz" lIns="0" tIns="45720" rIns="0" bIns="45720" rtlCol="0" anchor="ctr"/>
          <a:lstStyle>
            <a:lvl1pPr algn="ctr">
              <a:defRPr sz="1400">
                <a:solidFill>
                  <a:schemeClr val="tx1">
                    <a:tint val="75000"/>
                  </a:schemeClr>
                </a:solidFill>
              </a:defRPr>
            </a:lvl1pPr>
          </a:lstStyle>
          <a:p>
            <a:r>
              <a:rPr lang="fr-FR">
                <a:solidFill>
                  <a:schemeClr val="tx2"/>
                </a:solidFill>
              </a:rPr>
              <a:t>|</a:t>
            </a:r>
            <a:r>
              <a:rPr lang="fr-FR">
                <a:solidFill>
                  <a:srgbClr val="222A35"/>
                </a:solidFill>
              </a:rPr>
              <a:t>          </a:t>
            </a:r>
            <a:r>
              <a:rPr lang="fr-FR" b="1">
                <a:solidFill>
                  <a:srgbClr val="222A35"/>
                </a:solidFill>
              </a:rPr>
              <a:t>ISAE-</a:t>
            </a:r>
            <a:r>
              <a:rPr lang="fr-FR" b="1" err="1">
                <a:solidFill>
                  <a:srgbClr val="222A35"/>
                </a:solidFill>
              </a:rPr>
              <a:t>Supméca</a:t>
            </a:r>
            <a:r>
              <a:rPr lang="fr-FR">
                <a:solidFill>
                  <a:srgbClr val="222A35"/>
                </a:solidFill>
              </a:rPr>
              <a:t> – Institut supérieur de mécanique de Paris          </a:t>
            </a:r>
            <a:r>
              <a:rPr lang="fr-FR">
                <a:solidFill>
                  <a:schemeClr val="tx2"/>
                </a:solidFill>
              </a:rPr>
              <a:t>|</a:t>
            </a:r>
          </a:p>
        </p:txBody>
      </p:sp>
      <p:sp>
        <p:nvSpPr>
          <p:cNvPr id="6" name="Espace réservé du numéro de diapositive 5"/>
          <p:cNvSpPr>
            <a:spLocks noGrp="1"/>
          </p:cNvSpPr>
          <p:nvPr>
            <p:ph type="sldNum" sz="quarter" idx="4"/>
          </p:nvPr>
        </p:nvSpPr>
        <p:spPr>
          <a:xfrm>
            <a:off x="7452320" y="4767263"/>
            <a:ext cx="1234480" cy="274637"/>
          </a:xfrm>
          <a:prstGeom prst="rect">
            <a:avLst/>
          </a:prstGeom>
        </p:spPr>
        <p:txBody>
          <a:bodyPr vert="horz" lIns="91440" tIns="45720" rIns="0" bIns="45720" rtlCol="0" anchor="ctr"/>
          <a:lstStyle>
            <a:lvl1pPr algn="r">
              <a:defRPr sz="1400">
                <a:solidFill>
                  <a:srgbClr val="132133"/>
                </a:solidFill>
              </a:defRPr>
            </a:lvl1pPr>
          </a:lstStyle>
          <a:p>
            <a:fld id="{6189AD21-9F8B-47CF-9B2C-59971C9A1C69}" type="slidenum">
              <a:rPr lang="fr-FR" smtClean="0"/>
              <a:pPr/>
              <a:t>‹#›</a:t>
            </a:fld>
            <a:endParaRPr lang="fr-FR"/>
          </a:p>
        </p:txBody>
      </p:sp>
      <p:cxnSp>
        <p:nvCxnSpPr>
          <p:cNvPr id="8" name="Connecteur droit 7"/>
          <p:cNvCxnSpPr/>
          <p:nvPr userDrawn="1"/>
        </p:nvCxnSpPr>
        <p:spPr>
          <a:xfrm>
            <a:off x="457200" y="4659982"/>
            <a:ext cx="8229600" cy="0"/>
          </a:xfrm>
          <a:prstGeom prst="line">
            <a:avLst/>
          </a:prstGeom>
          <a:ln w="12700">
            <a:solidFill>
              <a:srgbClr val="132133"/>
            </a:solidFill>
          </a:ln>
        </p:spPr>
        <p:style>
          <a:lnRef idx="1">
            <a:schemeClr val="accent1"/>
          </a:lnRef>
          <a:fillRef idx="0">
            <a:schemeClr val="accent1"/>
          </a:fillRef>
          <a:effectRef idx="0">
            <a:schemeClr val="accent1"/>
          </a:effectRef>
          <a:fontRef idx="minor">
            <a:schemeClr val="tx1"/>
          </a:fontRef>
        </p:style>
      </p:cxnSp>
      <p:sp>
        <p:nvSpPr>
          <p:cNvPr id="9" name="Espace réservé de la date 3"/>
          <p:cNvSpPr txBox="1">
            <a:spLocks/>
          </p:cNvSpPr>
          <p:nvPr userDrawn="1"/>
        </p:nvSpPr>
        <p:spPr>
          <a:xfrm>
            <a:off x="457200" y="4746178"/>
            <a:ext cx="1378496" cy="273844"/>
          </a:xfrm>
          <a:prstGeom prst="rect">
            <a:avLst/>
          </a:prstGeom>
        </p:spPr>
        <p:txBody>
          <a:bodyPr lIns="0"/>
          <a:lstStyle>
            <a:defPPr>
              <a:defRPr lang="fr-FR"/>
            </a:defPPr>
            <a:lvl1pPr marL="0" algn="l" defTabSz="914400" rtl="0" eaLnBrk="1" latinLnBrk="0" hangingPunct="1">
              <a:defRPr sz="1800" kern="1200">
                <a:solidFill>
                  <a:schemeClr val="bg2"/>
                </a:solidFill>
                <a:latin typeface="Source Sans Pro" panose="020B0503030403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chemeClr val="tx1"/>
                </a:solidFill>
                <a:effectLst/>
                <a:uLnTx/>
                <a:uFillTx/>
                <a:latin typeface="Source Sans Pro" panose="020B0503030403020204" pitchFamily="34" charset="0"/>
                <a:ea typeface="+mn-ea"/>
                <a:cs typeface="+mn-cs"/>
              </a:rPr>
              <a:t>Groupe ISAE</a:t>
            </a:r>
          </a:p>
        </p:txBody>
      </p:sp>
    </p:spTree>
    <p:extLst>
      <p:ext uri="{BB962C8B-B14F-4D97-AF65-F5344CB8AC3E}">
        <p14:creationId xmlns:p14="http://schemas.microsoft.com/office/powerpoint/2010/main" val="76744138"/>
      </p:ext>
    </p:extLst>
  </p:cSld>
  <p:clrMap bg1="lt1" tx1="dk1" bg2="lt2" tx2="dk2" accent1="accent1" accent2="accent2" accent3="accent3" accent4="accent4" accent5="accent5" accent6="accent6" hlink="hlink" folHlink="folHlink"/>
  <p:sldLayoutIdLst>
    <p:sldLayoutId id="2147483674" r:id="rId1"/>
    <p:sldLayoutId id="2147483670" r:id="rId2"/>
    <p:sldLayoutId id="2147483672" r:id="rId3"/>
    <p:sldLayoutId id="2147483673" r:id="rId4"/>
    <p:sldLayoutId id="2147483675" r:id="rId5"/>
  </p:sldLayoutIdLst>
  <p:hf hdr="0" dt="0"/>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251520" y="195487"/>
            <a:ext cx="8640960" cy="4608512"/>
          </a:xfrm>
          <a:prstGeom prst="rect">
            <a:avLst/>
          </a:prstGeom>
        </p:spPr>
        <p:txBody>
          <a:bodyPr vert="horz" lIns="91440" tIns="45720" rIns="91440" bIns="45720" rtlCol="0" anchor="ctr">
            <a:normAutofit/>
          </a:bodyPr>
          <a:lstStyle/>
          <a:p>
            <a:r>
              <a:rPr lang="fr-FR"/>
              <a:t>Modifiez le style du titre</a:t>
            </a:r>
          </a:p>
        </p:txBody>
      </p:sp>
    </p:spTree>
    <p:extLst>
      <p:ext uri="{BB962C8B-B14F-4D97-AF65-F5344CB8AC3E}">
        <p14:creationId xmlns:p14="http://schemas.microsoft.com/office/powerpoint/2010/main" val="255132053"/>
      </p:ext>
    </p:extLst>
  </p:cSld>
  <p:clrMap bg1="lt1" tx1="dk1" bg2="lt2" tx2="dk2" accent1="accent1" accent2="accent2" accent3="accent3" accent4="accent4" accent5="accent5" accent6="accent6" hlink="hlink" folHlink="folHlink"/>
  <p:sldLayoutIdLst>
    <p:sldLayoutId id="2147483681" r:id="rId1"/>
  </p:sldLayoutIdLst>
  <p:hf hdr="0" dt="0"/>
  <p:txStyles>
    <p:titleStyle>
      <a:lvl1pPr algn="ctr" defTabSz="914400" rtl="0" eaLnBrk="1" latinLnBrk="0" hangingPunct="1">
        <a:spcBef>
          <a:spcPct val="0"/>
        </a:spcBef>
        <a:buNone/>
        <a:defRPr sz="4400" kern="1200">
          <a:solidFill>
            <a:schemeClr val="bg1"/>
          </a:solidFill>
          <a:effectLst>
            <a:outerShdw blurRad="114300" algn="ctr" rotWithShape="0">
              <a:prstClr val="black">
                <a:alpha val="54000"/>
              </a:prstClr>
            </a:outerShdw>
          </a:effectLst>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554E5-FB68-7EA0-2C3F-237BFD26912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FC42BB3-609F-4257-89EC-3C6A5CC8E416}"/>
              </a:ext>
            </a:extLst>
          </p:cNvPr>
          <p:cNvSpPr/>
          <p:nvPr/>
        </p:nvSpPr>
        <p:spPr>
          <a:xfrm>
            <a:off x="4437" y="7608"/>
            <a:ext cx="9144000" cy="5146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numéro de diapositive 2">
            <a:extLst>
              <a:ext uri="{FF2B5EF4-FFF2-40B4-BE49-F238E27FC236}">
                <a16:creationId xmlns:a16="http://schemas.microsoft.com/office/drawing/2014/main" id="{D26450D1-E710-1386-07CC-8A1BD3D0D263}"/>
              </a:ext>
            </a:extLst>
          </p:cNvPr>
          <p:cNvSpPr>
            <a:spLocks noGrp="1"/>
          </p:cNvSpPr>
          <p:nvPr>
            <p:ph type="sldNum" sz="quarter" idx="11"/>
          </p:nvPr>
        </p:nvSpPr>
        <p:spPr/>
        <p:txBody>
          <a:bodyPr/>
          <a:lstStyle/>
          <a:p>
            <a:fld id="{6239910A-A7F2-4E32-AD7E-D217E3F3092B}" type="slidenum">
              <a:rPr lang="fr-FR" smtClean="0"/>
              <a:t>1</a:t>
            </a:fld>
            <a:endParaRPr lang="fr-FR"/>
          </a:p>
        </p:txBody>
      </p:sp>
      <p:sp>
        <p:nvSpPr>
          <p:cNvPr id="8" name="ZoneTexte 7">
            <a:extLst>
              <a:ext uri="{FF2B5EF4-FFF2-40B4-BE49-F238E27FC236}">
                <a16:creationId xmlns:a16="http://schemas.microsoft.com/office/drawing/2014/main" id="{6435062A-C2A6-1F96-8FD5-CB464238744C}"/>
              </a:ext>
            </a:extLst>
          </p:cNvPr>
          <p:cNvSpPr txBox="1"/>
          <p:nvPr/>
        </p:nvSpPr>
        <p:spPr>
          <a:xfrm>
            <a:off x="1219844" y="3385486"/>
            <a:ext cx="6696743" cy="830997"/>
          </a:xfrm>
          <a:prstGeom prst="rect">
            <a:avLst/>
          </a:prstGeom>
          <a:noFill/>
        </p:spPr>
        <p:txBody>
          <a:bodyPr wrap="square" lIns="0" tIns="45720" rIns="0" bIns="45720" rtlCol="0" anchor="ctr" anchorCtr="0">
            <a:spAutoFit/>
          </a:bodyPr>
          <a:lstStyle/>
          <a:p>
            <a:pPr algn="ctr"/>
            <a:r>
              <a:rPr lang="fr-FR" sz="2400" b="1" cap="all">
                <a:solidFill>
                  <a:schemeClr val="bg2"/>
                </a:solidFill>
                <a:ea typeface="+mn-lt"/>
                <a:cs typeface="+mn-lt"/>
              </a:rPr>
              <a:t>Simulation du mouvement humain et interaction homme-robot dans RoboDK</a:t>
            </a:r>
            <a:endParaRPr lang="fr-FR" b="1">
              <a:solidFill>
                <a:schemeClr val="bg2"/>
              </a:solidFill>
              <a:ea typeface="Source Sans Pro"/>
            </a:endParaRPr>
          </a:p>
        </p:txBody>
      </p:sp>
      <p:cxnSp>
        <p:nvCxnSpPr>
          <p:cNvPr id="17" name="Connecteur droit 16">
            <a:extLst>
              <a:ext uri="{FF2B5EF4-FFF2-40B4-BE49-F238E27FC236}">
                <a16:creationId xmlns:a16="http://schemas.microsoft.com/office/drawing/2014/main" id="{33B85B86-DFA2-77E9-2BBE-46BDC11C8A3B}"/>
              </a:ext>
            </a:extLst>
          </p:cNvPr>
          <p:cNvCxnSpPr/>
          <p:nvPr/>
        </p:nvCxnSpPr>
        <p:spPr>
          <a:xfrm>
            <a:off x="449633" y="3196637"/>
            <a:ext cx="8237167" cy="0"/>
          </a:xfrm>
          <a:prstGeom prst="line">
            <a:avLst/>
          </a:prstGeom>
          <a:ln w="190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2" name="Image 1">
            <a:extLst>
              <a:ext uri="{FF2B5EF4-FFF2-40B4-BE49-F238E27FC236}">
                <a16:creationId xmlns:a16="http://schemas.microsoft.com/office/drawing/2014/main" id="{E3F336B0-FCE4-CE01-550C-A3A7516331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65848" y="396247"/>
            <a:ext cx="3159765" cy="2369824"/>
          </a:xfrm>
          <a:prstGeom prst="rect">
            <a:avLst/>
          </a:prstGeom>
        </p:spPr>
      </p:pic>
      <p:sp>
        <p:nvSpPr>
          <p:cNvPr id="12" name="ZoneTexte 11">
            <a:extLst>
              <a:ext uri="{FF2B5EF4-FFF2-40B4-BE49-F238E27FC236}">
                <a16:creationId xmlns:a16="http://schemas.microsoft.com/office/drawing/2014/main" id="{332C09DC-4522-CFD8-3D4A-944AD4394FEB}"/>
              </a:ext>
            </a:extLst>
          </p:cNvPr>
          <p:cNvSpPr txBox="1"/>
          <p:nvPr/>
        </p:nvSpPr>
        <p:spPr>
          <a:xfrm>
            <a:off x="1219842" y="4280197"/>
            <a:ext cx="6696743" cy="307777"/>
          </a:xfrm>
          <a:prstGeom prst="rect">
            <a:avLst/>
          </a:prstGeom>
          <a:noFill/>
        </p:spPr>
        <p:txBody>
          <a:bodyPr wrap="square" lIns="0" tIns="45720" rIns="0" bIns="45720" rtlCol="0" anchor="ctr" anchorCtr="0">
            <a:spAutoFit/>
          </a:bodyPr>
          <a:lstStyle/>
          <a:p>
            <a:pPr algn="ctr"/>
            <a:r>
              <a:rPr lang="fr-FR" sz="1400" cap="all">
                <a:solidFill>
                  <a:schemeClr val="bg2"/>
                </a:solidFill>
                <a:latin typeface="+mj-lt"/>
              </a:rPr>
              <a:t>Nikoloz Khachidze, Alexandre nowak, Luc Fantasia</a:t>
            </a:r>
          </a:p>
        </p:txBody>
      </p:sp>
      <p:sp>
        <p:nvSpPr>
          <p:cNvPr id="13" name="ZoneTexte 12">
            <a:extLst>
              <a:ext uri="{FF2B5EF4-FFF2-40B4-BE49-F238E27FC236}">
                <a16:creationId xmlns:a16="http://schemas.microsoft.com/office/drawing/2014/main" id="{E3220EBC-A72A-C19F-6EAD-3802BD28835C}"/>
              </a:ext>
            </a:extLst>
          </p:cNvPr>
          <p:cNvSpPr txBox="1"/>
          <p:nvPr/>
        </p:nvSpPr>
        <p:spPr>
          <a:xfrm>
            <a:off x="1228065" y="4669733"/>
            <a:ext cx="6696743" cy="261610"/>
          </a:xfrm>
          <a:prstGeom prst="rect">
            <a:avLst/>
          </a:prstGeom>
          <a:noFill/>
        </p:spPr>
        <p:txBody>
          <a:bodyPr wrap="square" lIns="0" tIns="45720" rIns="0" bIns="45720" rtlCol="0" anchor="ctr" anchorCtr="0">
            <a:spAutoFit/>
          </a:bodyPr>
          <a:lstStyle/>
          <a:p>
            <a:pPr algn="ctr"/>
            <a:r>
              <a:rPr lang="fr-FR" sz="1100" cap="all">
                <a:solidFill>
                  <a:schemeClr val="bg2"/>
                </a:solidFill>
                <a:latin typeface="+mj-lt"/>
              </a:rPr>
              <a:t>Avril</a:t>
            </a:r>
            <a:r>
              <a:rPr lang="fr-FR" sz="1100" cap="all" dirty="0">
                <a:solidFill>
                  <a:schemeClr val="bg2"/>
                </a:solidFill>
                <a:latin typeface="+mj-lt"/>
              </a:rPr>
              <a:t> 2026 -  Juin 2026</a:t>
            </a:r>
          </a:p>
        </p:txBody>
      </p:sp>
    </p:spTree>
    <p:extLst>
      <p:ext uri="{BB962C8B-B14F-4D97-AF65-F5344CB8AC3E}">
        <p14:creationId xmlns:p14="http://schemas.microsoft.com/office/powerpoint/2010/main" val="2241530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9C212-2C74-B382-94AE-EAD97005C09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5685AC0-5AC0-8E43-1729-063CDBBB011B}"/>
              </a:ext>
            </a:extLst>
          </p:cNvPr>
          <p:cNvSpPr>
            <a:spLocks noGrp="1"/>
          </p:cNvSpPr>
          <p:nvPr>
            <p:ph type="ctrTitle"/>
          </p:nvPr>
        </p:nvSpPr>
        <p:spPr/>
        <p:txBody>
          <a:bodyPr/>
          <a:lstStyle/>
          <a:p>
            <a:r>
              <a:rPr lang="fr-FR">
                <a:ea typeface="+mj-lt"/>
                <a:cs typeface="+mj-lt"/>
              </a:rPr>
              <a:t>Scénarios d’interaction</a:t>
            </a:r>
            <a:endParaRPr lang="fr-FR"/>
          </a:p>
        </p:txBody>
      </p:sp>
      <p:sp>
        <p:nvSpPr>
          <p:cNvPr id="3" name="Sous-titre 2">
            <a:extLst>
              <a:ext uri="{FF2B5EF4-FFF2-40B4-BE49-F238E27FC236}">
                <a16:creationId xmlns:a16="http://schemas.microsoft.com/office/drawing/2014/main" id="{8F875972-4105-B4A9-D44D-B3A864B94F68}"/>
              </a:ext>
            </a:extLst>
          </p:cNvPr>
          <p:cNvSpPr>
            <a:spLocks noGrp="1"/>
          </p:cNvSpPr>
          <p:nvPr>
            <p:ph type="subTitle" idx="1"/>
          </p:nvPr>
        </p:nvSpPr>
        <p:spPr/>
        <p:txBody>
          <a:bodyPr vert="horz" lIns="91440" tIns="45720" rIns="91440" bIns="45720" rtlCol="0" anchor="t">
            <a:normAutofit/>
          </a:bodyPr>
          <a:lstStyle/>
          <a:p>
            <a:r>
              <a:rPr lang="fr-FR" dirty="0">
                <a:ea typeface="+mn-lt"/>
                <a:cs typeface="+mn-lt"/>
              </a:rPr>
              <a:t>Scénario 1 : </a:t>
            </a:r>
            <a:r>
              <a:rPr lang="fr-FR" dirty="0" err="1">
                <a:ea typeface="+mn-lt"/>
                <a:cs typeface="+mn-lt"/>
              </a:rPr>
              <a:t>Coexistance</a:t>
            </a:r>
            <a:endParaRPr lang="fr-FR" dirty="0" err="1"/>
          </a:p>
        </p:txBody>
      </p:sp>
      <p:sp>
        <p:nvSpPr>
          <p:cNvPr id="5" name="Espace réservé du numéro de diapositive 4">
            <a:extLst>
              <a:ext uri="{FF2B5EF4-FFF2-40B4-BE49-F238E27FC236}">
                <a16:creationId xmlns:a16="http://schemas.microsoft.com/office/drawing/2014/main" id="{18997E3B-9AC6-2645-879C-A062425D2E7F}"/>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39910A-A7F2-4E32-AD7E-D217E3F3092B}" type="slidenum">
              <a:rPr kumimoji="0" lang="fr-FR" sz="1200" b="0" i="0" u="none" strike="noStrike" kern="1200" cap="none" spc="0" normalizeH="0" baseline="0" noProof="0" smtClean="0">
                <a:ln>
                  <a:noFill/>
                </a:ln>
                <a:solidFill>
                  <a:srgbClr val="F2F2F2">
                    <a:lumMod val="50000"/>
                  </a:srgbClr>
                </a:solidFill>
                <a:effectLst/>
                <a:uLnTx/>
                <a:uFillTx/>
                <a:latin typeface="Source Sans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fr-FR" sz="1200" b="0" i="0" u="none" strike="noStrike" kern="1200" cap="none" spc="0" normalizeH="0" baseline="0" noProof="0">
              <a:ln>
                <a:noFill/>
              </a:ln>
              <a:solidFill>
                <a:srgbClr val="F2F2F2">
                  <a:lumMod val="50000"/>
                </a:srgbClr>
              </a:solidFill>
              <a:effectLst/>
              <a:uLnTx/>
              <a:uFillTx/>
              <a:latin typeface="Source Sans Pro"/>
              <a:ea typeface="+mn-ea"/>
              <a:cs typeface="+mn-cs"/>
            </a:endParaRPr>
          </a:p>
        </p:txBody>
      </p:sp>
      <p:sp>
        <p:nvSpPr>
          <p:cNvPr id="6" name="Espace réservé du pied de page 5">
            <a:extLst>
              <a:ext uri="{FF2B5EF4-FFF2-40B4-BE49-F238E27FC236}">
                <a16:creationId xmlns:a16="http://schemas.microsoft.com/office/drawing/2014/main" id="{7A69AB61-F52D-588E-1F8C-D2C1A35FCA3B}"/>
              </a:ext>
            </a:extLst>
          </p:cNvPr>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F2F2F2">
                    <a:lumMod val="50000"/>
                  </a:srgbClr>
                </a:solidFill>
                <a:effectLst/>
                <a:uLnTx/>
                <a:uFillTx/>
                <a:latin typeface="Source Sans Pro"/>
                <a:ea typeface="+mn-ea"/>
                <a:cs typeface="+mn-cs"/>
              </a:rPr>
              <a:t>|          </a:t>
            </a:r>
            <a:r>
              <a:rPr kumimoji="0" lang="fr-FR" sz="1400" b="1" i="0" u="none" strike="noStrike" kern="1200" cap="none" spc="0" normalizeH="0" baseline="0" noProof="0">
                <a:ln>
                  <a:noFill/>
                </a:ln>
                <a:solidFill>
                  <a:srgbClr val="F2F2F2">
                    <a:lumMod val="50000"/>
                  </a:srgbClr>
                </a:solidFill>
                <a:effectLst/>
                <a:uLnTx/>
                <a:uFillTx/>
                <a:latin typeface="Source Sans Pro"/>
                <a:ea typeface="+mn-ea"/>
                <a:cs typeface="+mn-cs"/>
              </a:rPr>
              <a:t>ISAE-</a:t>
            </a:r>
            <a:r>
              <a:rPr kumimoji="0" lang="fr-FR" sz="1400" b="1" i="0" u="none" strike="noStrike" kern="1200" cap="none" spc="0" normalizeH="0" baseline="0" noProof="0" err="1">
                <a:ln>
                  <a:noFill/>
                </a:ln>
                <a:solidFill>
                  <a:srgbClr val="F2F2F2">
                    <a:lumMod val="50000"/>
                  </a:srgbClr>
                </a:solidFill>
                <a:effectLst/>
                <a:uLnTx/>
                <a:uFillTx/>
                <a:latin typeface="Source Sans Pro"/>
                <a:ea typeface="+mn-ea"/>
                <a:cs typeface="+mn-cs"/>
              </a:rPr>
              <a:t>Supméca</a:t>
            </a:r>
            <a:r>
              <a:rPr kumimoji="0" lang="fr-FR" sz="1400" b="0" i="0" u="none" strike="noStrike" kern="1200" cap="none" spc="0" normalizeH="0" baseline="0" noProof="0">
                <a:ln>
                  <a:noFill/>
                </a:ln>
                <a:solidFill>
                  <a:srgbClr val="F2F2F2">
                    <a:lumMod val="50000"/>
                  </a:srgbClr>
                </a:solidFill>
                <a:effectLst/>
                <a:uLnTx/>
                <a:uFillTx/>
                <a:latin typeface="Source Sans Pro"/>
                <a:ea typeface="+mn-ea"/>
                <a:cs typeface="+mn-cs"/>
              </a:rPr>
              <a:t> – Institut supérieur de mécanique de Paris          |</a:t>
            </a:r>
          </a:p>
        </p:txBody>
      </p:sp>
    </p:spTree>
    <p:extLst>
      <p:ext uri="{BB962C8B-B14F-4D97-AF65-F5344CB8AC3E}">
        <p14:creationId xmlns:p14="http://schemas.microsoft.com/office/powerpoint/2010/main" val="1813707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E525E-3AA9-D3C0-9A54-E08CD6CF3FD3}"/>
            </a:ext>
          </a:extLst>
        </p:cNvPr>
        <p:cNvGrpSpPr/>
        <p:nvPr/>
      </p:nvGrpSpPr>
      <p:grpSpPr>
        <a:xfrm>
          <a:off x="0" y="0"/>
          <a:ext cx="0" cy="0"/>
          <a:chOff x="0" y="0"/>
          <a:chExt cx="0" cy="0"/>
        </a:xfrm>
      </p:grpSpPr>
      <p:sp>
        <p:nvSpPr>
          <p:cNvPr id="21" name="Titre 20">
            <a:extLst>
              <a:ext uri="{FF2B5EF4-FFF2-40B4-BE49-F238E27FC236}">
                <a16:creationId xmlns:a16="http://schemas.microsoft.com/office/drawing/2014/main" id="{ACB98EEC-1FB2-B729-425B-AAFAFD62AB28}"/>
              </a:ext>
            </a:extLst>
          </p:cNvPr>
          <p:cNvSpPr>
            <a:spLocks noGrp="1"/>
          </p:cNvSpPr>
          <p:nvPr>
            <p:ph type="title"/>
          </p:nvPr>
        </p:nvSpPr>
        <p:spPr>
          <a:ln>
            <a:noFill/>
          </a:ln>
        </p:spPr>
        <p:txBody>
          <a:bodyPr/>
          <a:lstStyle/>
          <a:p>
            <a:r>
              <a:rPr lang="fr-FR" dirty="0">
                <a:ea typeface="+mj-lt"/>
                <a:cs typeface="+mj-lt"/>
              </a:rPr>
              <a:t>Scénario 1 : </a:t>
            </a:r>
            <a:r>
              <a:rPr lang="fr-FR">
                <a:ea typeface="+mj-lt"/>
                <a:cs typeface="+mj-lt"/>
              </a:rPr>
              <a:t>Coexistence</a:t>
            </a:r>
            <a:endParaRPr lang="fr-FR" dirty="0" err="1"/>
          </a:p>
        </p:txBody>
      </p:sp>
      <p:cxnSp>
        <p:nvCxnSpPr>
          <p:cNvPr id="24" name="Connecteur droit 23">
            <a:extLst>
              <a:ext uri="{FF2B5EF4-FFF2-40B4-BE49-F238E27FC236}">
                <a16:creationId xmlns:a16="http://schemas.microsoft.com/office/drawing/2014/main" id="{36CA1D05-D386-C256-FD81-4E4E3E46F0BB}"/>
              </a:ext>
            </a:extLst>
          </p:cNvPr>
          <p:cNvCxnSpPr/>
          <p:nvPr/>
        </p:nvCxnSpPr>
        <p:spPr>
          <a:xfrm>
            <a:off x="457200" y="627534"/>
            <a:ext cx="8229600" cy="0"/>
          </a:xfrm>
          <a:prstGeom prst="line">
            <a:avLst/>
          </a:prstGeom>
          <a:ln w="63500">
            <a:solidFill>
              <a:srgbClr val="132133"/>
            </a:solidFill>
          </a:ln>
        </p:spPr>
        <p:style>
          <a:lnRef idx="1">
            <a:schemeClr val="accent1"/>
          </a:lnRef>
          <a:fillRef idx="0">
            <a:schemeClr val="accent1"/>
          </a:fillRef>
          <a:effectRef idx="0">
            <a:schemeClr val="accent1"/>
          </a:effectRef>
          <a:fontRef idx="minor">
            <a:schemeClr val="tx1"/>
          </a:fontRef>
        </p:style>
      </p:cxnSp>
      <p:sp>
        <p:nvSpPr>
          <p:cNvPr id="2" name="Espace réservé du pied de page 1">
            <a:extLst>
              <a:ext uri="{FF2B5EF4-FFF2-40B4-BE49-F238E27FC236}">
                <a16:creationId xmlns:a16="http://schemas.microsoft.com/office/drawing/2014/main" id="{5E4309FF-7443-8280-95E9-69361D0B74EE}"/>
              </a:ext>
            </a:extLst>
          </p:cNvPr>
          <p:cNvSpPr>
            <a:spLocks noGrp="1"/>
          </p:cNvSpPr>
          <p:nvPr>
            <p:ph type="ftr" sz="quarter" idx="10"/>
          </p:nvPr>
        </p:nvSpPr>
        <p:spPr/>
        <p:txBody>
          <a:bodyPr/>
          <a:lstStyle/>
          <a:p>
            <a:r>
              <a:rPr lang="fr-FR">
                <a:solidFill>
                  <a:schemeClr val="tx2"/>
                </a:solidFill>
              </a:rPr>
              <a:t>|</a:t>
            </a:r>
            <a:r>
              <a:rPr lang="fr-FR">
                <a:solidFill>
                  <a:srgbClr val="222A35"/>
                </a:solidFill>
              </a:rPr>
              <a:t>          </a:t>
            </a:r>
            <a:r>
              <a:rPr lang="fr-FR" b="1">
                <a:solidFill>
                  <a:srgbClr val="222A35"/>
                </a:solidFill>
              </a:rPr>
              <a:t>ISAE-</a:t>
            </a:r>
            <a:r>
              <a:rPr lang="fr-FR" b="1" err="1">
                <a:solidFill>
                  <a:srgbClr val="222A35"/>
                </a:solidFill>
              </a:rPr>
              <a:t>Supméca</a:t>
            </a:r>
            <a:r>
              <a:rPr lang="fr-FR">
                <a:solidFill>
                  <a:srgbClr val="222A35"/>
                </a:solidFill>
              </a:rPr>
              <a:t> – Institut supérieur de mécanique de Paris          </a:t>
            </a:r>
            <a:r>
              <a:rPr lang="fr-FR">
                <a:solidFill>
                  <a:schemeClr val="tx2"/>
                </a:solidFill>
              </a:rPr>
              <a:t>|</a:t>
            </a:r>
          </a:p>
        </p:txBody>
      </p:sp>
      <p:sp>
        <p:nvSpPr>
          <p:cNvPr id="3" name="Espace réservé du numéro de diapositive 2">
            <a:extLst>
              <a:ext uri="{FF2B5EF4-FFF2-40B4-BE49-F238E27FC236}">
                <a16:creationId xmlns:a16="http://schemas.microsoft.com/office/drawing/2014/main" id="{C13C5D9B-9F06-0414-6755-15401BE3D81F}"/>
              </a:ext>
            </a:extLst>
          </p:cNvPr>
          <p:cNvSpPr>
            <a:spLocks noGrp="1"/>
          </p:cNvSpPr>
          <p:nvPr>
            <p:ph type="sldNum" sz="quarter" idx="11"/>
          </p:nvPr>
        </p:nvSpPr>
        <p:spPr/>
        <p:txBody>
          <a:bodyPr/>
          <a:lstStyle/>
          <a:p>
            <a:fld id="{6189AD21-9F8B-47CF-9B2C-59971C9A1C69}" type="slidenum">
              <a:rPr lang="fr-FR" smtClean="0"/>
              <a:pPr/>
              <a:t>3</a:t>
            </a:fld>
            <a:endParaRPr lang="fr-FR"/>
          </a:p>
        </p:txBody>
      </p:sp>
      <p:sp>
        <p:nvSpPr>
          <p:cNvPr id="5" name="TextBox 3">
            <a:extLst>
              <a:ext uri="{FF2B5EF4-FFF2-40B4-BE49-F238E27FC236}">
                <a16:creationId xmlns:a16="http://schemas.microsoft.com/office/drawing/2014/main" id="{CBE1D619-A591-E86A-0640-33CE53C5533E}"/>
              </a:ext>
            </a:extLst>
          </p:cNvPr>
          <p:cNvSpPr txBox="1"/>
          <p:nvPr/>
        </p:nvSpPr>
        <p:spPr>
          <a:xfrm>
            <a:off x="396445" y="902027"/>
            <a:ext cx="8464111"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i="1" u="sng" dirty="0">
                <a:ea typeface="Source Sans Pro"/>
              </a:rPr>
              <a:t>La coexistence :</a:t>
            </a:r>
            <a:r>
              <a:rPr lang="fr-FR" sz="1600" dirty="0">
                <a:ea typeface="Source Sans Pro"/>
              </a:rPr>
              <a:t> </a:t>
            </a:r>
          </a:p>
          <a:p>
            <a:r>
              <a:rPr lang="fr-FR" sz="1600">
                <a:ea typeface="Source Sans Pro"/>
              </a:rPr>
              <a:t>Présence du robot et de l'humain dans une même zone de travail.</a:t>
            </a:r>
            <a:endParaRPr lang="fr-FR" sz="1600" dirty="0">
              <a:ea typeface="Source Sans Pro"/>
            </a:endParaRPr>
          </a:p>
          <a:p>
            <a:r>
              <a:rPr lang="fr-FR" sz="1600">
                <a:ea typeface="Source Sans Pro"/>
              </a:rPr>
              <a:t>Cependant </a:t>
            </a:r>
            <a:r>
              <a:rPr lang="fr-FR" sz="1600" dirty="0">
                <a:ea typeface="Source Sans Pro"/>
              </a:rPr>
              <a:t>les deux entités n'ont aucune interaction que cela soit de manière directe ou indirecte.</a:t>
            </a:r>
          </a:p>
          <a:p>
            <a:endParaRPr lang="fr-FR" sz="1600" dirty="0">
              <a:ea typeface="Source Sans Pro"/>
            </a:endParaRPr>
          </a:p>
          <a:p>
            <a:r>
              <a:rPr lang="fr-FR" sz="1600" i="1" u="sng">
                <a:ea typeface="Source Sans Pro"/>
              </a:rPr>
              <a:t>Besoin :</a:t>
            </a:r>
          </a:p>
          <a:p>
            <a:r>
              <a:rPr lang="fr-FR" sz="1600" dirty="0">
                <a:ea typeface="Source Sans Pro"/>
              </a:rPr>
              <a:t>L'humain est le robot ne doivent pas rentrer en contact. Pour cela des détecteurs de </a:t>
            </a:r>
            <a:r>
              <a:rPr lang="fr-FR" sz="1600">
                <a:ea typeface="Source Sans Pro"/>
              </a:rPr>
              <a:t>présence</a:t>
            </a:r>
            <a:r>
              <a:rPr lang="fr-FR" sz="1600" dirty="0">
                <a:ea typeface="Source Sans Pro"/>
              </a:rPr>
              <a:t> qui seront positionner sur le robot devront être présent de chaque côté du robot. </a:t>
            </a:r>
          </a:p>
          <a:p>
            <a:endParaRPr lang="fr-FR" sz="1600">
              <a:ea typeface="Source Sans Pro"/>
            </a:endParaRPr>
          </a:p>
        </p:txBody>
      </p:sp>
    </p:spTree>
    <p:extLst>
      <p:ext uri="{BB962C8B-B14F-4D97-AF65-F5344CB8AC3E}">
        <p14:creationId xmlns:p14="http://schemas.microsoft.com/office/powerpoint/2010/main" val="1979557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A2A43-85DD-FE18-D9DF-FA2E41BCCA17}"/>
            </a:ext>
          </a:extLst>
        </p:cNvPr>
        <p:cNvGrpSpPr/>
        <p:nvPr/>
      </p:nvGrpSpPr>
      <p:grpSpPr>
        <a:xfrm>
          <a:off x="0" y="0"/>
          <a:ext cx="0" cy="0"/>
          <a:chOff x="0" y="0"/>
          <a:chExt cx="0" cy="0"/>
        </a:xfrm>
      </p:grpSpPr>
      <p:sp>
        <p:nvSpPr>
          <p:cNvPr id="21" name="Titre 20">
            <a:extLst>
              <a:ext uri="{FF2B5EF4-FFF2-40B4-BE49-F238E27FC236}">
                <a16:creationId xmlns:a16="http://schemas.microsoft.com/office/drawing/2014/main" id="{8DAE322E-6877-651E-3A3A-183F9BF82721}"/>
              </a:ext>
            </a:extLst>
          </p:cNvPr>
          <p:cNvSpPr>
            <a:spLocks noGrp="1"/>
          </p:cNvSpPr>
          <p:nvPr>
            <p:ph type="title"/>
          </p:nvPr>
        </p:nvSpPr>
        <p:spPr>
          <a:ln>
            <a:noFill/>
          </a:ln>
        </p:spPr>
        <p:txBody>
          <a:bodyPr/>
          <a:lstStyle/>
          <a:p>
            <a:r>
              <a:rPr lang="fr-FR" dirty="0">
                <a:ea typeface="+mj-lt"/>
                <a:cs typeface="+mj-lt"/>
              </a:rPr>
              <a:t>Scénario 1 : </a:t>
            </a:r>
            <a:r>
              <a:rPr lang="fr-FR">
                <a:ea typeface="+mj-lt"/>
                <a:cs typeface="+mj-lt"/>
              </a:rPr>
              <a:t>Coexistence</a:t>
            </a:r>
            <a:endParaRPr lang="fr-FR" dirty="0" err="1"/>
          </a:p>
        </p:txBody>
      </p:sp>
      <p:cxnSp>
        <p:nvCxnSpPr>
          <p:cNvPr id="24" name="Connecteur droit 23">
            <a:extLst>
              <a:ext uri="{FF2B5EF4-FFF2-40B4-BE49-F238E27FC236}">
                <a16:creationId xmlns:a16="http://schemas.microsoft.com/office/drawing/2014/main" id="{D0451C50-7BEC-464E-203F-3E1287F05276}"/>
              </a:ext>
            </a:extLst>
          </p:cNvPr>
          <p:cNvCxnSpPr/>
          <p:nvPr/>
        </p:nvCxnSpPr>
        <p:spPr>
          <a:xfrm>
            <a:off x="457200" y="627534"/>
            <a:ext cx="8229600" cy="0"/>
          </a:xfrm>
          <a:prstGeom prst="line">
            <a:avLst/>
          </a:prstGeom>
          <a:ln w="63500">
            <a:solidFill>
              <a:srgbClr val="132133"/>
            </a:solidFill>
          </a:ln>
        </p:spPr>
        <p:style>
          <a:lnRef idx="1">
            <a:schemeClr val="accent1"/>
          </a:lnRef>
          <a:fillRef idx="0">
            <a:schemeClr val="accent1"/>
          </a:fillRef>
          <a:effectRef idx="0">
            <a:schemeClr val="accent1"/>
          </a:effectRef>
          <a:fontRef idx="minor">
            <a:schemeClr val="tx1"/>
          </a:fontRef>
        </p:style>
      </p:cxnSp>
      <p:sp>
        <p:nvSpPr>
          <p:cNvPr id="2" name="Espace réservé du pied de page 1">
            <a:extLst>
              <a:ext uri="{FF2B5EF4-FFF2-40B4-BE49-F238E27FC236}">
                <a16:creationId xmlns:a16="http://schemas.microsoft.com/office/drawing/2014/main" id="{55858062-4D82-443A-9FBC-B231E22C5B39}"/>
              </a:ext>
            </a:extLst>
          </p:cNvPr>
          <p:cNvSpPr>
            <a:spLocks noGrp="1"/>
          </p:cNvSpPr>
          <p:nvPr>
            <p:ph type="ftr" sz="quarter" idx="10"/>
          </p:nvPr>
        </p:nvSpPr>
        <p:spPr/>
        <p:txBody>
          <a:bodyPr/>
          <a:lstStyle/>
          <a:p>
            <a:r>
              <a:rPr lang="fr-FR">
                <a:solidFill>
                  <a:schemeClr val="tx2"/>
                </a:solidFill>
              </a:rPr>
              <a:t>|</a:t>
            </a:r>
            <a:r>
              <a:rPr lang="fr-FR">
                <a:solidFill>
                  <a:srgbClr val="222A35"/>
                </a:solidFill>
              </a:rPr>
              <a:t>          </a:t>
            </a:r>
            <a:r>
              <a:rPr lang="fr-FR" b="1">
                <a:solidFill>
                  <a:srgbClr val="222A35"/>
                </a:solidFill>
              </a:rPr>
              <a:t>ISAE-</a:t>
            </a:r>
            <a:r>
              <a:rPr lang="fr-FR" b="1" err="1">
                <a:solidFill>
                  <a:srgbClr val="222A35"/>
                </a:solidFill>
              </a:rPr>
              <a:t>Supméca</a:t>
            </a:r>
            <a:r>
              <a:rPr lang="fr-FR">
                <a:solidFill>
                  <a:srgbClr val="222A35"/>
                </a:solidFill>
              </a:rPr>
              <a:t> – Institut supérieur de mécanique de Paris          </a:t>
            </a:r>
            <a:r>
              <a:rPr lang="fr-FR">
                <a:solidFill>
                  <a:schemeClr val="tx2"/>
                </a:solidFill>
              </a:rPr>
              <a:t>|</a:t>
            </a:r>
          </a:p>
        </p:txBody>
      </p:sp>
      <p:sp>
        <p:nvSpPr>
          <p:cNvPr id="3" name="Espace réservé du numéro de diapositive 2">
            <a:extLst>
              <a:ext uri="{FF2B5EF4-FFF2-40B4-BE49-F238E27FC236}">
                <a16:creationId xmlns:a16="http://schemas.microsoft.com/office/drawing/2014/main" id="{F4B054C7-1F9D-63D2-3A68-39F3197B216D}"/>
              </a:ext>
            </a:extLst>
          </p:cNvPr>
          <p:cNvSpPr>
            <a:spLocks noGrp="1"/>
          </p:cNvSpPr>
          <p:nvPr>
            <p:ph type="sldNum" sz="quarter" idx="11"/>
          </p:nvPr>
        </p:nvSpPr>
        <p:spPr/>
        <p:txBody>
          <a:bodyPr/>
          <a:lstStyle/>
          <a:p>
            <a:fld id="{6189AD21-9F8B-47CF-9B2C-59971C9A1C69}" type="slidenum">
              <a:rPr lang="fr-FR" smtClean="0"/>
              <a:pPr/>
              <a:t>4</a:t>
            </a:fld>
            <a:endParaRPr lang="fr-FR"/>
          </a:p>
        </p:txBody>
      </p:sp>
      <p:sp>
        <p:nvSpPr>
          <p:cNvPr id="5" name="TextBox 3">
            <a:extLst>
              <a:ext uri="{FF2B5EF4-FFF2-40B4-BE49-F238E27FC236}">
                <a16:creationId xmlns:a16="http://schemas.microsoft.com/office/drawing/2014/main" id="{778EA06E-7FA9-A4E3-2455-63797E866286}"/>
              </a:ext>
            </a:extLst>
          </p:cNvPr>
          <p:cNvSpPr txBox="1"/>
          <p:nvPr/>
        </p:nvSpPr>
        <p:spPr>
          <a:xfrm>
            <a:off x="396445" y="902027"/>
            <a:ext cx="8464111" cy="43088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i="1" u="sng">
                <a:ea typeface="Source Sans Pro"/>
              </a:rPr>
              <a:t>Règles : </a:t>
            </a:r>
            <a:r>
              <a:rPr lang="en-US" sz="1600" dirty="0">
                <a:ea typeface="Source Sans Pro"/>
              </a:rPr>
              <a:t> </a:t>
            </a:r>
            <a:endParaRPr lang="en-US" dirty="0"/>
          </a:p>
          <a:p>
            <a:r>
              <a:rPr lang="fr-FR" sz="1600">
                <a:ea typeface="Source Sans Pro"/>
              </a:rPr>
              <a:t>Ralentissements à 1 m, puis arrêt a 50 cm. (A vérifier dans les ISO)</a:t>
            </a:r>
            <a:endParaRPr lang="en-US" sz="1600">
              <a:ea typeface="Source Sans Pro"/>
            </a:endParaRPr>
          </a:p>
          <a:p>
            <a:endParaRPr lang="en-US" sz="1600" dirty="0">
              <a:ea typeface="Source Sans Pro"/>
            </a:endParaRPr>
          </a:p>
          <a:p>
            <a:r>
              <a:rPr lang="fr-FR" sz="1600" dirty="0">
                <a:ea typeface="Source Sans Pro"/>
              </a:rPr>
              <a:t>Si passage d'une porte &amp; présence d'un humain. </a:t>
            </a:r>
            <a:endParaRPr lang="en-US" sz="1600">
              <a:ea typeface="Source Sans Pro"/>
            </a:endParaRPr>
          </a:p>
          <a:p>
            <a:r>
              <a:rPr lang="fr-FR" sz="1600">
                <a:ea typeface="Source Sans Pro"/>
              </a:rPr>
              <a:t>Alors arrêt du robot. (Fonctionnement normal)</a:t>
            </a:r>
            <a:endParaRPr lang="en-US" sz="1600">
              <a:ea typeface="Source Sans Pro"/>
            </a:endParaRPr>
          </a:p>
          <a:p>
            <a:endParaRPr lang="fr-FR" sz="1600" dirty="0">
              <a:ea typeface="Source Sans Pro"/>
            </a:endParaRPr>
          </a:p>
          <a:p>
            <a:r>
              <a:rPr lang="fr-FR" sz="1600">
                <a:ea typeface="Source Sans Pro"/>
              </a:rPr>
              <a:t>Si l'humain bouge est n'est plus devant le robot.</a:t>
            </a:r>
            <a:endParaRPr lang="fr-FR" sz="1600" dirty="0">
              <a:ea typeface="Source Sans Pro"/>
            </a:endParaRPr>
          </a:p>
          <a:p>
            <a:r>
              <a:rPr lang="fr-FR" sz="1600" dirty="0">
                <a:ea typeface="Source Sans Pro"/>
              </a:rPr>
              <a:t>Alors le </a:t>
            </a:r>
            <a:r>
              <a:rPr lang="fr-FR" sz="1600">
                <a:ea typeface="Source Sans Pro"/>
              </a:rPr>
              <a:t>robot reprend son trajet.</a:t>
            </a:r>
            <a:endParaRPr lang="fr-FR" sz="1600" dirty="0">
              <a:ea typeface="Source Sans Pro"/>
            </a:endParaRPr>
          </a:p>
          <a:p>
            <a:endParaRPr lang="fr-FR" sz="1600" dirty="0">
              <a:ea typeface="Source Sans Pro"/>
            </a:endParaRPr>
          </a:p>
          <a:p>
            <a:r>
              <a:rPr lang="fr-FR" sz="1600" dirty="0">
                <a:ea typeface="Source Sans Pro"/>
              </a:rPr>
              <a:t>Si l'humain ne bouge pas (toujours présent) au bout de 30 </a:t>
            </a:r>
            <a:r>
              <a:rPr lang="fr-FR" sz="1600">
                <a:ea typeface="Source Sans Pro"/>
              </a:rPr>
              <a:t>secs.</a:t>
            </a:r>
            <a:endParaRPr lang="fr-FR" sz="1600" dirty="0">
              <a:ea typeface="Source Sans Pro"/>
            </a:endParaRPr>
          </a:p>
          <a:p>
            <a:r>
              <a:rPr lang="fr-FR" sz="1600">
                <a:ea typeface="Source Sans Pro"/>
              </a:rPr>
              <a:t>Alors le robot recule pour laisser passer l'humain, puis reprend son trajet.</a:t>
            </a:r>
            <a:endParaRPr lang="fr-FR" sz="1600" dirty="0">
              <a:ea typeface="Source Sans Pro"/>
            </a:endParaRPr>
          </a:p>
          <a:p>
            <a:endParaRPr lang="fr-FR" sz="1600" dirty="0">
              <a:ea typeface="Source Sans Pro"/>
            </a:endParaRPr>
          </a:p>
          <a:p>
            <a:r>
              <a:rPr lang="fr-FR" sz="1600">
                <a:ea typeface="Source Sans Pro"/>
              </a:rPr>
              <a:t>Si juste présence humaine.</a:t>
            </a:r>
            <a:endParaRPr lang="fr-FR" sz="1600" dirty="0">
              <a:ea typeface="Source Sans Pro"/>
            </a:endParaRPr>
          </a:p>
          <a:p>
            <a:r>
              <a:rPr lang="fr-FR" sz="1600" dirty="0">
                <a:ea typeface="Source Sans Pro"/>
              </a:rPr>
              <a:t>Alors </a:t>
            </a:r>
            <a:r>
              <a:rPr lang="fr-FR" sz="1600">
                <a:ea typeface="Source Sans Pro"/>
              </a:rPr>
              <a:t>arrêt jusqu’à ce que l'humain bouge.</a:t>
            </a:r>
            <a:endParaRPr lang="fr-FR" sz="1600" dirty="0">
              <a:ea typeface="Source Sans Pro"/>
            </a:endParaRPr>
          </a:p>
          <a:p>
            <a:endParaRPr lang="fr-FR" sz="1600" dirty="0">
              <a:ea typeface="Source Sans Pro"/>
            </a:endParaRPr>
          </a:p>
          <a:p>
            <a:endParaRPr lang="fr-FR" sz="1600" dirty="0">
              <a:ea typeface="Source Sans Pro"/>
            </a:endParaRPr>
          </a:p>
          <a:p>
            <a:endParaRPr lang="en-US" dirty="0">
              <a:ea typeface="Source Sans Pro"/>
            </a:endParaRPr>
          </a:p>
        </p:txBody>
      </p:sp>
    </p:spTree>
    <p:extLst>
      <p:ext uri="{BB962C8B-B14F-4D97-AF65-F5344CB8AC3E}">
        <p14:creationId xmlns:p14="http://schemas.microsoft.com/office/powerpoint/2010/main" val="3232010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81E20-8174-9157-065E-8B8820C8DB9F}"/>
            </a:ext>
          </a:extLst>
        </p:cNvPr>
        <p:cNvGrpSpPr/>
        <p:nvPr/>
      </p:nvGrpSpPr>
      <p:grpSpPr>
        <a:xfrm>
          <a:off x="0" y="0"/>
          <a:ext cx="0" cy="0"/>
          <a:chOff x="0" y="0"/>
          <a:chExt cx="0" cy="0"/>
        </a:xfrm>
      </p:grpSpPr>
      <p:sp>
        <p:nvSpPr>
          <p:cNvPr id="21" name="Titre 20">
            <a:extLst>
              <a:ext uri="{FF2B5EF4-FFF2-40B4-BE49-F238E27FC236}">
                <a16:creationId xmlns:a16="http://schemas.microsoft.com/office/drawing/2014/main" id="{DF53F99A-4B80-81C0-46C6-7E719FF58424}"/>
              </a:ext>
            </a:extLst>
          </p:cNvPr>
          <p:cNvSpPr>
            <a:spLocks noGrp="1"/>
          </p:cNvSpPr>
          <p:nvPr>
            <p:ph type="title"/>
          </p:nvPr>
        </p:nvSpPr>
        <p:spPr>
          <a:ln>
            <a:noFill/>
          </a:ln>
        </p:spPr>
        <p:txBody>
          <a:bodyPr/>
          <a:lstStyle/>
          <a:p>
            <a:r>
              <a:rPr lang="fr-FR" dirty="0">
                <a:ea typeface="+mj-lt"/>
                <a:cs typeface="+mj-lt"/>
              </a:rPr>
              <a:t>Scénario 1 : </a:t>
            </a:r>
            <a:r>
              <a:rPr lang="fr-FR">
                <a:ea typeface="+mj-lt"/>
                <a:cs typeface="+mj-lt"/>
              </a:rPr>
              <a:t>Coexistence</a:t>
            </a:r>
            <a:endParaRPr lang="fr-FR" dirty="0" err="1"/>
          </a:p>
        </p:txBody>
      </p:sp>
      <p:cxnSp>
        <p:nvCxnSpPr>
          <p:cNvPr id="24" name="Connecteur droit 23">
            <a:extLst>
              <a:ext uri="{FF2B5EF4-FFF2-40B4-BE49-F238E27FC236}">
                <a16:creationId xmlns:a16="http://schemas.microsoft.com/office/drawing/2014/main" id="{4AA76D80-5F4F-8665-899D-355D16C08880}"/>
              </a:ext>
            </a:extLst>
          </p:cNvPr>
          <p:cNvCxnSpPr/>
          <p:nvPr/>
        </p:nvCxnSpPr>
        <p:spPr>
          <a:xfrm>
            <a:off x="457200" y="627534"/>
            <a:ext cx="8229600" cy="0"/>
          </a:xfrm>
          <a:prstGeom prst="line">
            <a:avLst/>
          </a:prstGeom>
          <a:ln w="63500">
            <a:solidFill>
              <a:srgbClr val="132133"/>
            </a:solidFill>
          </a:ln>
        </p:spPr>
        <p:style>
          <a:lnRef idx="1">
            <a:schemeClr val="accent1"/>
          </a:lnRef>
          <a:fillRef idx="0">
            <a:schemeClr val="accent1"/>
          </a:fillRef>
          <a:effectRef idx="0">
            <a:schemeClr val="accent1"/>
          </a:effectRef>
          <a:fontRef idx="minor">
            <a:schemeClr val="tx1"/>
          </a:fontRef>
        </p:style>
      </p:cxnSp>
      <p:sp>
        <p:nvSpPr>
          <p:cNvPr id="2" name="Espace réservé du pied de page 1">
            <a:extLst>
              <a:ext uri="{FF2B5EF4-FFF2-40B4-BE49-F238E27FC236}">
                <a16:creationId xmlns:a16="http://schemas.microsoft.com/office/drawing/2014/main" id="{E99BDB35-A6D0-E2C1-A67D-64C813CBA748}"/>
              </a:ext>
            </a:extLst>
          </p:cNvPr>
          <p:cNvSpPr>
            <a:spLocks noGrp="1"/>
          </p:cNvSpPr>
          <p:nvPr>
            <p:ph type="ftr" sz="quarter" idx="10"/>
          </p:nvPr>
        </p:nvSpPr>
        <p:spPr/>
        <p:txBody>
          <a:bodyPr/>
          <a:lstStyle/>
          <a:p>
            <a:r>
              <a:rPr lang="fr-FR">
                <a:solidFill>
                  <a:schemeClr val="tx2"/>
                </a:solidFill>
              </a:rPr>
              <a:t>|</a:t>
            </a:r>
            <a:r>
              <a:rPr lang="fr-FR">
                <a:solidFill>
                  <a:srgbClr val="222A35"/>
                </a:solidFill>
              </a:rPr>
              <a:t>          </a:t>
            </a:r>
            <a:r>
              <a:rPr lang="fr-FR" b="1">
                <a:solidFill>
                  <a:srgbClr val="222A35"/>
                </a:solidFill>
              </a:rPr>
              <a:t>ISAE-</a:t>
            </a:r>
            <a:r>
              <a:rPr lang="fr-FR" b="1" err="1">
                <a:solidFill>
                  <a:srgbClr val="222A35"/>
                </a:solidFill>
              </a:rPr>
              <a:t>Supméca</a:t>
            </a:r>
            <a:r>
              <a:rPr lang="fr-FR">
                <a:solidFill>
                  <a:srgbClr val="222A35"/>
                </a:solidFill>
              </a:rPr>
              <a:t> – Institut supérieur de mécanique de Paris          </a:t>
            </a:r>
            <a:r>
              <a:rPr lang="fr-FR">
                <a:solidFill>
                  <a:schemeClr val="tx2"/>
                </a:solidFill>
              </a:rPr>
              <a:t>|</a:t>
            </a:r>
          </a:p>
        </p:txBody>
      </p:sp>
      <p:sp>
        <p:nvSpPr>
          <p:cNvPr id="3" name="Espace réservé du numéro de diapositive 2">
            <a:extLst>
              <a:ext uri="{FF2B5EF4-FFF2-40B4-BE49-F238E27FC236}">
                <a16:creationId xmlns:a16="http://schemas.microsoft.com/office/drawing/2014/main" id="{D8DC8E04-69F2-4E0D-160C-A1CEF3282CC5}"/>
              </a:ext>
            </a:extLst>
          </p:cNvPr>
          <p:cNvSpPr>
            <a:spLocks noGrp="1"/>
          </p:cNvSpPr>
          <p:nvPr>
            <p:ph type="sldNum" sz="quarter" idx="11"/>
          </p:nvPr>
        </p:nvSpPr>
        <p:spPr/>
        <p:txBody>
          <a:bodyPr/>
          <a:lstStyle/>
          <a:p>
            <a:fld id="{6189AD21-9F8B-47CF-9B2C-59971C9A1C69}" type="slidenum">
              <a:rPr lang="fr-FR" smtClean="0"/>
              <a:pPr/>
              <a:t>5</a:t>
            </a:fld>
            <a:endParaRPr lang="fr-FR"/>
          </a:p>
        </p:txBody>
      </p:sp>
      <p:sp>
        <p:nvSpPr>
          <p:cNvPr id="5" name="TextBox 3">
            <a:extLst>
              <a:ext uri="{FF2B5EF4-FFF2-40B4-BE49-F238E27FC236}">
                <a16:creationId xmlns:a16="http://schemas.microsoft.com/office/drawing/2014/main" id="{7689B20C-BEF1-3189-150B-3BA5EACB2E7A}"/>
              </a:ext>
            </a:extLst>
          </p:cNvPr>
          <p:cNvSpPr txBox="1"/>
          <p:nvPr/>
        </p:nvSpPr>
        <p:spPr>
          <a:xfrm>
            <a:off x="396445" y="902027"/>
            <a:ext cx="8464111"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i="1" u="sng">
                <a:ea typeface="Source Sans Pro"/>
              </a:rPr>
              <a:t>DDL de l'humain : </a:t>
            </a:r>
            <a:r>
              <a:rPr lang="en-US" sz="1600" dirty="0">
                <a:ea typeface="Source Sans Pro"/>
              </a:rPr>
              <a:t> </a:t>
            </a:r>
            <a:endParaRPr lang="en-US" dirty="0"/>
          </a:p>
          <a:p>
            <a:r>
              <a:rPr lang="fr-FR" sz="1600" dirty="0">
                <a:ea typeface="Source Sans Pro"/>
              </a:rPr>
              <a:t>Nous avons besoin de seulement </a:t>
            </a:r>
            <a:r>
              <a:rPr lang="fr-FR" sz="1600">
                <a:ea typeface="Source Sans Pro"/>
              </a:rPr>
              <a:t>des membres inférieurs</a:t>
            </a:r>
            <a:r>
              <a:rPr lang="fr-FR" sz="1600" dirty="0">
                <a:ea typeface="Source Sans Pro"/>
              </a:rPr>
              <a:t> pour mouvoir notre humain.</a:t>
            </a:r>
          </a:p>
          <a:p>
            <a:r>
              <a:rPr lang="fr-FR" sz="1600" dirty="0">
                <a:ea typeface="Source Sans Pro"/>
              </a:rPr>
              <a:t>Il n'y a pas d'utilité a simuler les mouvements des membres supérieures de la tête et du torse car l'humain ne doit pas interagir avec des éléments.</a:t>
            </a:r>
          </a:p>
          <a:p>
            <a:endParaRPr lang="fr-FR" sz="1600" dirty="0">
              <a:ea typeface="Source Sans Pro"/>
            </a:endParaRPr>
          </a:p>
          <a:p>
            <a:r>
              <a:rPr lang="fr-FR" sz="1600" dirty="0">
                <a:ea typeface="Source Sans Pro"/>
              </a:rPr>
              <a:t>Au total il y </a:t>
            </a:r>
            <a:r>
              <a:rPr lang="fr-FR" sz="1600">
                <a:ea typeface="Source Sans Pro"/>
              </a:rPr>
              <a:t>aura</a:t>
            </a:r>
            <a:r>
              <a:rPr lang="fr-FR" sz="1600" dirty="0">
                <a:ea typeface="Source Sans Pro"/>
              </a:rPr>
              <a:t> 10 degrés de liberté pour les membres inférieures.</a:t>
            </a:r>
          </a:p>
          <a:p>
            <a:endParaRPr lang="fr-FR" sz="1600" dirty="0">
              <a:ea typeface="Source Sans Pro"/>
            </a:endParaRPr>
          </a:p>
          <a:p>
            <a:r>
              <a:rPr lang="fr-FR" sz="1600" dirty="0">
                <a:ea typeface="Source Sans Pro"/>
              </a:rPr>
              <a:t>Modélisation </a:t>
            </a:r>
            <a:r>
              <a:rPr lang="fr-FR" sz="1600">
                <a:ea typeface="Source Sans Pro"/>
              </a:rPr>
              <a:t>d'un membre</a:t>
            </a:r>
            <a:r>
              <a:rPr lang="fr-FR" sz="1600" dirty="0">
                <a:ea typeface="Source Sans Pro"/>
              </a:rPr>
              <a:t> :</a:t>
            </a:r>
          </a:p>
          <a:p>
            <a:r>
              <a:rPr lang="fr-FR" sz="1600" dirty="0">
                <a:ea typeface="Source Sans Pro"/>
              </a:rPr>
              <a:t>Buste -&gt; (3 degrés) -&gt; Partie </a:t>
            </a:r>
            <a:r>
              <a:rPr lang="fr-FR" sz="1600">
                <a:ea typeface="Source Sans Pro"/>
              </a:rPr>
              <a:t>supérieure -&gt; (1 degrés) -&gt; Partie inférieure -&gt; (1 degrés) -&gt; Pied</a:t>
            </a:r>
            <a:endParaRPr lang="fr-FR" sz="1600" dirty="0">
              <a:ea typeface="Source Sans Pro"/>
            </a:endParaRPr>
          </a:p>
          <a:p>
            <a:endParaRPr lang="en-US" dirty="0">
              <a:ea typeface="Source Sans Pro"/>
            </a:endParaRPr>
          </a:p>
        </p:txBody>
      </p:sp>
    </p:spTree>
    <p:extLst>
      <p:ext uri="{BB962C8B-B14F-4D97-AF65-F5344CB8AC3E}">
        <p14:creationId xmlns:p14="http://schemas.microsoft.com/office/powerpoint/2010/main" val="1504143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D53E1-0256-4AB7-1D24-C1BEA5573F3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0B97055-EBD3-000D-4AF4-73937421A339}"/>
              </a:ext>
            </a:extLst>
          </p:cNvPr>
          <p:cNvSpPr>
            <a:spLocks noGrp="1"/>
          </p:cNvSpPr>
          <p:nvPr>
            <p:ph type="ctrTitle"/>
          </p:nvPr>
        </p:nvSpPr>
        <p:spPr/>
        <p:txBody>
          <a:bodyPr/>
          <a:lstStyle/>
          <a:p>
            <a:r>
              <a:rPr lang="fr-FR">
                <a:ea typeface="+mj-lt"/>
                <a:cs typeface="+mj-lt"/>
              </a:rPr>
              <a:t>Scénarios d’interaction</a:t>
            </a:r>
            <a:endParaRPr lang="fr-FR"/>
          </a:p>
        </p:txBody>
      </p:sp>
      <p:sp>
        <p:nvSpPr>
          <p:cNvPr id="3" name="Sous-titre 2">
            <a:extLst>
              <a:ext uri="{FF2B5EF4-FFF2-40B4-BE49-F238E27FC236}">
                <a16:creationId xmlns:a16="http://schemas.microsoft.com/office/drawing/2014/main" id="{07732A76-4969-4A60-4B9A-5D4480B1D1B2}"/>
              </a:ext>
            </a:extLst>
          </p:cNvPr>
          <p:cNvSpPr>
            <a:spLocks noGrp="1"/>
          </p:cNvSpPr>
          <p:nvPr>
            <p:ph type="subTitle" idx="1"/>
          </p:nvPr>
        </p:nvSpPr>
        <p:spPr/>
        <p:txBody>
          <a:bodyPr vert="horz" lIns="91440" tIns="45720" rIns="91440" bIns="45720" rtlCol="0" anchor="t">
            <a:normAutofit/>
          </a:bodyPr>
          <a:lstStyle/>
          <a:p>
            <a:r>
              <a:rPr lang="fr-FR" dirty="0">
                <a:solidFill>
                  <a:srgbClr val="F45F0C"/>
                </a:solidFill>
                <a:ea typeface="+mn-lt"/>
                <a:cs typeface="+mn-lt"/>
              </a:rPr>
              <a:t>Scénario 2 : </a:t>
            </a:r>
            <a:r>
              <a:rPr lang="fr-FR">
                <a:solidFill>
                  <a:srgbClr val="F45F0C"/>
                </a:solidFill>
                <a:ea typeface="+mn-lt"/>
                <a:cs typeface="+mn-lt"/>
              </a:rPr>
              <a:t>Synchronisation</a:t>
            </a:r>
            <a:endParaRPr lang="fr-FR"/>
          </a:p>
        </p:txBody>
      </p:sp>
      <p:sp>
        <p:nvSpPr>
          <p:cNvPr id="5" name="Espace réservé du numéro de diapositive 4">
            <a:extLst>
              <a:ext uri="{FF2B5EF4-FFF2-40B4-BE49-F238E27FC236}">
                <a16:creationId xmlns:a16="http://schemas.microsoft.com/office/drawing/2014/main" id="{4255C73B-275A-F40F-35F6-59770D9EE933}"/>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39910A-A7F2-4E32-AD7E-D217E3F3092B}" type="slidenum">
              <a:rPr kumimoji="0" lang="fr-FR" sz="1200" b="0" i="0" u="none" strike="noStrike" kern="1200" cap="none" spc="0" normalizeH="0" baseline="0" noProof="0" smtClean="0">
                <a:ln>
                  <a:noFill/>
                </a:ln>
                <a:solidFill>
                  <a:srgbClr val="F2F2F2">
                    <a:lumMod val="50000"/>
                  </a:srgbClr>
                </a:solidFill>
                <a:effectLst/>
                <a:uLnTx/>
                <a:uFillTx/>
                <a:latin typeface="Source Sans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FR" sz="1200" b="0" i="0" u="none" strike="noStrike" kern="1200" cap="none" spc="0" normalizeH="0" baseline="0" noProof="0">
              <a:ln>
                <a:noFill/>
              </a:ln>
              <a:solidFill>
                <a:srgbClr val="F2F2F2">
                  <a:lumMod val="50000"/>
                </a:srgbClr>
              </a:solidFill>
              <a:effectLst/>
              <a:uLnTx/>
              <a:uFillTx/>
              <a:latin typeface="Source Sans Pro"/>
              <a:ea typeface="+mn-ea"/>
              <a:cs typeface="+mn-cs"/>
            </a:endParaRPr>
          </a:p>
        </p:txBody>
      </p:sp>
      <p:sp>
        <p:nvSpPr>
          <p:cNvPr id="6" name="Espace réservé du pied de page 5">
            <a:extLst>
              <a:ext uri="{FF2B5EF4-FFF2-40B4-BE49-F238E27FC236}">
                <a16:creationId xmlns:a16="http://schemas.microsoft.com/office/drawing/2014/main" id="{D84C450B-D698-D675-71BD-A54754966D5A}"/>
              </a:ext>
            </a:extLst>
          </p:cNvPr>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F2F2F2">
                    <a:lumMod val="50000"/>
                  </a:srgbClr>
                </a:solidFill>
                <a:effectLst/>
                <a:uLnTx/>
                <a:uFillTx/>
                <a:latin typeface="Source Sans Pro"/>
                <a:ea typeface="+mn-ea"/>
                <a:cs typeface="+mn-cs"/>
              </a:rPr>
              <a:t>|          </a:t>
            </a:r>
            <a:r>
              <a:rPr kumimoji="0" lang="fr-FR" sz="1400" b="1" i="0" u="none" strike="noStrike" kern="1200" cap="none" spc="0" normalizeH="0" baseline="0" noProof="0">
                <a:ln>
                  <a:noFill/>
                </a:ln>
                <a:solidFill>
                  <a:srgbClr val="F2F2F2">
                    <a:lumMod val="50000"/>
                  </a:srgbClr>
                </a:solidFill>
                <a:effectLst/>
                <a:uLnTx/>
                <a:uFillTx/>
                <a:latin typeface="Source Sans Pro"/>
                <a:ea typeface="+mn-ea"/>
                <a:cs typeface="+mn-cs"/>
              </a:rPr>
              <a:t>ISAE-</a:t>
            </a:r>
            <a:r>
              <a:rPr kumimoji="0" lang="fr-FR" sz="1400" b="1" i="0" u="none" strike="noStrike" kern="1200" cap="none" spc="0" normalizeH="0" baseline="0" noProof="0" err="1">
                <a:ln>
                  <a:noFill/>
                </a:ln>
                <a:solidFill>
                  <a:srgbClr val="F2F2F2">
                    <a:lumMod val="50000"/>
                  </a:srgbClr>
                </a:solidFill>
                <a:effectLst/>
                <a:uLnTx/>
                <a:uFillTx/>
                <a:latin typeface="Source Sans Pro"/>
                <a:ea typeface="+mn-ea"/>
                <a:cs typeface="+mn-cs"/>
              </a:rPr>
              <a:t>Supméca</a:t>
            </a:r>
            <a:r>
              <a:rPr kumimoji="0" lang="fr-FR" sz="1400" b="0" i="0" u="none" strike="noStrike" kern="1200" cap="none" spc="0" normalizeH="0" baseline="0" noProof="0">
                <a:ln>
                  <a:noFill/>
                </a:ln>
                <a:solidFill>
                  <a:srgbClr val="F2F2F2">
                    <a:lumMod val="50000"/>
                  </a:srgbClr>
                </a:solidFill>
                <a:effectLst/>
                <a:uLnTx/>
                <a:uFillTx/>
                <a:latin typeface="Source Sans Pro"/>
                <a:ea typeface="+mn-ea"/>
                <a:cs typeface="+mn-cs"/>
              </a:rPr>
              <a:t> – Institut supérieur de mécanique de Paris          |</a:t>
            </a:r>
          </a:p>
        </p:txBody>
      </p:sp>
    </p:spTree>
    <p:extLst>
      <p:ext uri="{BB962C8B-B14F-4D97-AF65-F5344CB8AC3E}">
        <p14:creationId xmlns:p14="http://schemas.microsoft.com/office/powerpoint/2010/main" val="832079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9906D-750A-553C-6546-B1F168B3BF2C}"/>
            </a:ext>
          </a:extLst>
        </p:cNvPr>
        <p:cNvGrpSpPr/>
        <p:nvPr/>
      </p:nvGrpSpPr>
      <p:grpSpPr>
        <a:xfrm>
          <a:off x="0" y="0"/>
          <a:ext cx="0" cy="0"/>
          <a:chOff x="0" y="0"/>
          <a:chExt cx="0" cy="0"/>
        </a:xfrm>
      </p:grpSpPr>
      <p:sp>
        <p:nvSpPr>
          <p:cNvPr id="21" name="Titre 20">
            <a:extLst>
              <a:ext uri="{FF2B5EF4-FFF2-40B4-BE49-F238E27FC236}">
                <a16:creationId xmlns:a16="http://schemas.microsoft.com/office/drawing/2014/main" id="{A0599FA6-E6C7-A0F3-6ADB-828C0C28443C}"/>
              </a:ext>
            </a:extLst>
          </p:cNvPr>
          <p:cNvSpPr>
            <a:spLocks noGrp="1"/>
          </p:cNvSpPr>
          <p:nvPr>
            <p:ph type="title"/>
          </p:nvPr>
        </p:nvSpPr>
        <p:spPr>
          <a:ln>
            <a:noFill/>
          </a:ln>
        </p:spPr>
        <p:txBody>
          <a:bodyPr/>
          <a:lstStyle/>
          <a:p>
            <a:r>
              <a:rPr lang="fr-FR">
                <a:ea typeface="+mj-lt"/>
                <a:cs typeface="+mj-lt"/>
              </a:rPr>
              <a:t>Scénario 2 :  Synchronisation</a:t>
            </a:r>
            <a:endParaRPr lang="fr-FR" dirty="0" err="1"/>
          </a:p>
        </p:txBody>
      </p:sp>
      <p:cxnSp>
        <p:nvCxnSpPr>
          <p:cNvPr id="24" name="Connecteur droit 23">
            <a:extLst>
              <a:ext uri="{FF2B5EF4-FFF2-40B4-BE49-F238E27FC236}">
                <a16:creationId xmlns:a16="http://schemas.microsoft.com/office/drawing/2014/main" id="{02F071E6-6EFD-82D2-E823-1BC27152031C}"/>
              </a:ext>
            </a:extLst>
          </p:cNvPr>
          <p:cNvCxnSpPr/>
          <p:nvPr/>
        </p:nvCxnSpPr>
        <p:spPr>
          <a:xfrm>
            <a:off x="457200" y="627534"/>
            <a:ext cx="8229600" cy="0"/>
          </a:xfrm>
          <a:prstGeom prst="line">
            <a:avLst/>
          </a:prstGeom>
          <a:ln w="63500">
            <a:solidFill>
              <a:srgbClr val="132133"/>
            </a:solidFill>
          </a:ln>
        </p:spPr>
        <p:style>
          <a:lnRef idx="1">
            <a:schemeClr val="accent1"/>
          </a:lnRef>
          <a:fillRef idx="0">
            <a:schemeClr val="accent1"/>
          </a:fillRef>
          <a:effectRef idx="0">
            <a:schemeClr val="accent1"/>
          </a:effectRef>
          <a:fontRef idx="minor">
            <a:schemeClr val="tx1"/>
          </a:fontRef>
        </p:style>
      </p:cxnSp>
      <p:sp>
        <p:nvSpPr>
          <p:cNvPr id="2" name="Espace réservé du pied de page 1">
            <a:extLst>
              <a:ext uri="{FF2B5EF4-FFF2-40B4-BE49-F238E27FC236}">
                <a16:creationId xmlns:a16="http://schemas.microsoft.com/office/drawing/2014/main" id="{3F4C6BBD-C691-223D-6A3D-7155CEAD5569}"/>
              </a:ext>
            </a:extLst>
          </p:cNvPr>
          <p:cNvSpPr>
            <a:spLocks noGrp="1"/>
          </p:cNvSpPr>
          <p:nvPr>
            <p:ph type="ftr" sz="quarter" idx="10"/>
          </p:nvPr>
        </p:nvSpPr>
        <p:spPr/>
        <p:txBody>
          <a:bodyPr/>
          <a:lstStyle/>
          <a:p>
            <a:r>
              <a:rPr lang="fr-FR">
                <a:solidFill>
                  <a:schemeClr val="tx2"/>
                </a:solidFill>
              </a:rPr>
              <a:t>|</a:t>
            </a:r>
            <a:r>
              <a:rPr lang="fr-FR">
                <a:solidFill>
                  <a:srgbClr val="222A35"/>
                </a:solidFill>
              </a:rPr>
              <a:t>          </a:t>
            </a:r>
            <a:r>
              <a:rPr lang="fr-FR" b="1">
                <a:solidFill>
                  <a:srgbClr val="222A35"/>
                </a:solidFill>
              </a:rPr>
              <a:t>ISAE-</a:t>
            </a:r>
            <a:r>
              <a:rPr lang="fr-FR" b="1" err="1">
                <a:solidFill>
                  <a:srgbClr val="222A35"/>
                </a:solidFill>
              </a:rPr>
              <a:t>Supméca</a:t>
            </a:r>
            <a:r>
              <a:rPr lang="fr-FR">
                <a:solidFill>
                  <a:srgbClr val="222A35"/>
                </a:solidFill>
              </a:rPr>
              <a:t> – Institut supérieur de mécanique de Paris          </a:t>
            </a:r>
            <a:r>
              <a:rPr lang="fr-FR">
                <a:solidFill>
                  <a:schemeClr val="tx2"/>
                </a:solidFill>
              </a:rPr>
              <a:t>|</a:t>
            </a:r>
          </a:p>
        </p:txBody>
      </p:sp>
      <p:sp>
        <p:nvSpPr>
          <p:cNvPr id="3" name="Espace réservé du numéro de diapositive 2">
            <a:extLst>
              <a:ext uri="{FF2B5EF4-FFF2-40B4-BE49-F238E27FC236}">
                <a16:creationId xmlns:a16="http://schemas.microsoft.com/office/drawing/2014/main" id="{D0C2DCE3-F9F1-83AD-BC88-13C6FAA31009}"/>
              </a:ext>
            </a:extLst>
          </p:cNvPr>
          <p:cNvSpPr>
            <a:spLocks noGrp="1"/>
          </p:cNvSpPr>
          <p:nvPr>
            <p:ph type="sldNum" sz="quarter" idx="11"/>
          </p:nvPr>
        </p:nvSpPr>
        <p:spPr/>
        <p:txBody>
          <a:bodyPr/>
          <a:lstStyle/>
          <a:p>
            <a:fld id="{6189AD21-9F8B-47CF-9B2C-59971C9A1C69}" type="slidenum">
              <a:rPr lang="fr-FR" smtClean="0"/>
              <a:pPr/>
              <a:t>7</a:t>
            </a:fld>
            <a:endParaRPr lang="fr-FR"/>
          </a:p>
        </p:txBody>
      </p:sp>
      <p:sp>
        <p:nvSpPr>
          <p:cNvPr id="5" name="TextBox 3">
            <a:extLst>
              <a:ext uri="{FF2B5EF4-FFF2-40B4-BE49-F238E27FC236}">
                <a16:creationId xmlns:a16="http://schemas.microsoft.com/office/drawing/2014/main" id="{BC669066-ED98-257A-AE80-61D01E067BEF}"/>
              </a:ext>
            </a:extLst>
          </p:cNvPr>
          <p:cNvSpPr txBox="1"/>
          <p:nvPr/>
        </p:nvSpPr>
        <p:spPr>
          <a:xfrm>
            <a:off x="396445" y="902027"/>
            <a:ext cx="8464111"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i="1" u="sng">
                <a:ea typeface="Source Sans Pro"/>
              </a:rPr>
              <a:t>La synchronisation:</a:t>
            </a:r>
            <a:r>
              <a:rPr lang="fr-FR" sz="1600" dirty="0">
                <a:ea typeface="Source Sans Pro"/>
              </a:rPr>
              <a:t> </a:t>
            </a:r>
          </a:p>
          <a:p>
            <a:r>
              <a:rPr lang="fr-FR" sz="1600">
                <a:ea typeface="Source Sans Pro"/>
              </a:rPr>
              <a:t>Présence du robot et de l'humain dans une même zone de travail.</a:t>
            </a:r>
            <a:endParaRPr lang="fr-FR" sz="1600" dirty="0">
              <a:ea typeface="Source Sans Pro"/>
            </a:endParaRPr>
          </a:p>
          <a:p>
            <a:r>
              <a:rPr lang="fr-FR" sz="1600" dirty="0">
                <a:ea typeface="Source Sans Pro"/>
              </a:rPr>
              <a:t>De plus les deux entités ont </a:t>
            </a:r>
            <a:r>
              <a:rPr lang="fr-FR" sz="1600">
                <a:ea typeface="Source Sans Pro"/>
              </a:rPr>
              <a:t>une interaction indirecte mais en aucun cas direct.</a:t>
            </a:r>
          </a:p>
          <a:p>
            <a:endParaRPr lang="fr-FR" sz="1600" dirty="0">
              <a:ea typeface="Source Sans Pro"/>
            </a:endParaRPr>
          </a:p>
          <a:p>
            <a:r>
              <a:rPr lang="fr-FR" sz="1600" i="1" u="sng">
                <a:ea typeface="Source Sans Pro"/>
              </a:rPr>
              <a:t>Besoin :</a:t>
            </a:r>
          </a:p>
          <a:p>
            <a:r>
              <a:rPr lang="fr-FR" sz="1600" dirty="0">
                <a:ea typeface="Source Sans Pro"/>
              </a:rPr>
              <a:t>Dans ce cas nous considérons que le robot est l'humain travaillent tous les deux sur la même ligne de production. Ici le robot va prendre des pièces dans un stock et va les poser sur une plateforme en attendant que l'humain </a:t>
            </a:r>
            <a:r>
              <a:rPr lang="fr-FR" sz="1600">
                <a:ea typeface="Source Sans Pro"/>
              </a:rPr>
              <a:t>les récupères. </a:t>
            </a:r>
          </a:p>
          <a:p>
            <a:endParaRPr lang="fr-FR" sz="1600" dirty="0">
              <a:ea typeface="Source Sans Pro"/>
            </a:endParaRPr>
          </a:p>
          <a:p>
            <a:r>
              <a:rPr lang="fr-FR" sz="1600">
                <a:ea typeface="Source Sans Pro"/>
              </a:rPr>
              <a:t>On considère que l'humain assemble les pièces apporter par le robot.</a:t>
            </a:r>
            <a:endParaRPr lang="fr-FR"/>
          </a:p>
          <a:p>
            <a:endParaRPr lang="fr-FR" sz="1600" dirty="0">
              <a:ea typeface="Source Sans Pro"/>
            </a:endParaRPr>
          </a:p>
          <a:p>
            <a:r>
              <a:rPr lang="fr-FR" sz="1600" dirty="0">
                <a:ea typeface="Source Sans Pro"/>
              </a:rPr>
              <a:t>Le robot va avoir besoin d'un </a:t>
            </a:r>
            <a:r>
              <a:rPr lang="fr-FR" sz="1600">
                <a:ea typeface="Source Sans Pro"/>
              </a:rPr>
              <a:t>détecteur de pièce.</a:t>
            </a:r>
          </a:p>
          <a:p>
            <a:endParaRPr lang="fr-FR" sz="1600" dirty="0">
              <a:ea typeface="Source Sans Pro"/>
            </a:endParaRPr>
          </a:p>
          <a:p>
            <a:endParaRPr lang="fr-FR" sz="1600">
              <a:ea typeface="Source Sans Pro"/>
            </a:endParaRPr>
          </a:p>
        </p:txBody>
      </p:sp>
    </p:spTree>
    <p:extLst>
      <p:ext uri="{BB962C8B-B14F-4D97-AF65-F5344CB8AC3E}">
        <p14:creationId xmlns:p14="http://schemas.microsoft.com/office/powerpoint/2010/main" val="3957089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4A71F-23DC-41D7-DF0E-49FE61C4410D}"/>
            </a:ext>
          </a:extLst>
        </p:cNvPr>
        <p:cNvGrpSpPr/>
        <p:nvPr/>
      </p:nvGrpSpPr>
      <p:grpSpPr>
        <a:xfrm>
          <a:off x="0" y="0"/>
          <a:ext cx="0" cy="0"/>
          <a:chOff x="0" y="0"/>
          <a:chExt cx="0" cy="0"/>
        </a:xfrm>
      </p:grpSpPr>
      <p:sp>
        <p:nvSpPr>
          <p:cNvPr id="21" name="Titre 20">
            <a:extLst>
              <a:ext uri="{FF2B5EF4-FFF2-40B4-BE49-F238E27FC236}">
                <a16:creationId xmlns:a16="http://schemas.microsoft.com/office/drawing/2014/main" id="{D1692C1E-F953-6F5A-498B-1AB63EE0E897}"/>
              </a:ext>
            </a:extLst>
          </p:cNvPr>
          <p:cNvSpPr>
            <a:spLocks noGrp="1"/>
          </p:cNvSpPr>
          <p:nvPr>
            <p:ph type="title"/>
          </p:nvPr>
        </p:nvSpPr>
        <p:spPr>
          <a:ln>
            <a:noFill/>
          </a:ln>
        </p:spPr>
        <p:txBody>
          <a:bodyPr/>
          <a:lstStyle/>
          <a:p>
            <a:r>
              <a:rPr lang="fr-FR">
                <a:ea typeface="+mj-lt"/>
                <a:cs typeface="+mj-lt"/>
              </a:rPr>
              <a:t>Scénario 2 : Synchronisation</a:t>
            </a:r>
          </a:p>
        </p:txBody>
      </p:sp>
      <p:cxnSp>
        <p:nvCxnSpPr>
          <p:cNvPr id="24" name="Connecteur droit 23">
            <a:extLst>
              <a:ext uri="{FF2B5EF4-FFF2-40B4-BE49-F238E27FC236}">
                <a16:creationId xmlns:a16="http://schemas.microsoft.com/office/drawing/2014/main" id="{85C336B4-45EE-A0C7-DF17-E4806765D74A}"/>
              </a:ext>
            </a:extLst>
          </p:cNvPr>
          <p:cNvCxnSpPr/>
          <p:nvPr/>
        </p:nvCxnSpPr>
        <p:spPr>
          <a:xfrm>
            <a:off x="457200" y="627534"/>
            <a:ext cx="8229600" cy="0"/>
          </a:xfrm>
          <a:prstGeom prst="line">
            <a:avLst/>
          </a:prstGeom>
          <a:ln w="63500">
            <a:solidFill>
              <a:srgbClr val="132133"/>
            </a:solidFill>
          </a:ln>
        </p:spPr>
        <p:style>
          <a:lnRef idx="1">
            <a:schemeClr val="accent1"/>
          </a:lnRef>
          <a:fillRef idx="0">
            <a:schemeClr val="accent1"/>
          </a:fillRef>
          <a:effectRef idx="0">
            <a:schemeClr val="accent1"/>
          </a:effectRef>
          <a:fontRef idx="minor">
            <a:schemeClr val="tx1"/>
          </a:fontRef>
        </p:style>
      </p:cxnSp>
      <p:sp>
        <p:nvSpPr>
          <p:cNvPr id="2" name="Espace réservé du pied de page 1">
            <a:extLst>
              <a:ext uri="{FF2B5EF4-FFF2-40B4-BE49-F238E27FC236}">
                <a16:creationId xmlns:a16="http://schemas.microsoft.com/office/drawing/2014/main" id="{1762C2E2-6789-082C-C1B0-F15A8A3AB5C1}"/>
              </a:ext>
            </a:extLst>
          </p:cNvPr>
          <p:cNvSpPr>
            <a:spLocks noGrp="1"/>
          </p:cNvSpPr>
          <p:nvPr>
            <p:ph type="ftr" sz="quarter" idx="10"/>
          </p:nvPr>
        </p:nvSpPr>
        <p:spPr/>
        <p:txBody>
          <a:bodyPr/>
          <a:lstStyle/>
          <a:p>
            <a:r>
              <a:rPr lang="fr-FR">
                <a:solidFill>
                  <a:schemeClr val="tx2"/>
                </a:solidFill>
              </a:rPr>
              <a:t>|</a:t>
            </a:r>
            <a:r>
              <a:rPr lang="fr-FR">
                <a:solidFill>
                  <a:srgbClr val="222A35"/>
                </a:solidFill>
              </a:rPr>
              <a:t>          </a:t>
            </a:r>
            <a:r>
              <a:rPr lang="fr-FR" b="1">
                <a:solidFill>
                  <a:srgbClr val="222A35"/>
                </a:solidFill>
              </a:rPr>
              <a:t>ISAE-</a:t>
            </a:r>
            <a:r>
              <a:rPr lang="fr-FR" b="1" err="1">
                <a:solidFill>
                  <a:srgbClr val="222A35"/>
                </a:solidFill>
              </a:rPr>
              <a:t>Supméca</a:t>
            </a:r>
            <a:r>
              <a:rPr lang="fr-FR">
                <a:solidFill>
                  <a:srgbClr val="222A35"/>
                </a:solidFill>
              </a:rPr>
              <a:t> – Institut supérieur de mécanique de Paris          </a:t>
            </a:r>
            <a:r>
              <a:rPr lang="fr-FR">
                <a:solidFill>
                  <a:schemeClr val="tx2"/>
                </a:solidFill>
              </a:rPr>
              <a:t>|</a:t>
            </a:r>
          </a:p>
        </p:txBody>
      </p:sp>
      <p:sp>
        <p:nvSpPr>
          <p:cNvPr id="3" name="Espace réservé du numéro de diapositive 2">
            <a:extLst>
              <a:ext uri="{FF2B5EF4-FFF2-40B4-BE49-F238E27FC236}">
                <a16:creationId xmlns:a16="http://schemas.microsoft.com/office/drawing/2014/main" id="{AD03236E-9498-8DDF-B768-364651595650}"/>
              </a:ext>
            </a:extLst>
          </p:cNvPr>
          <p:cNvSpPr>
            <a:spLocks noGrp="1"/>
          </p:cNvSpPr>
          <p:nvPr>
            <p:ph type="sldNum" sz="quarter" idx="11"/>
          </p:nvPr>
        </p:nvSpPr>
        <p:spPr/>
        <p:txBody>
          <a:bodyPr/>
          <a:lstStyle/>
          <a:p>
            <a:fld id="{6189AD21-9F8B-47CF-9B2C-59971C9A1C69}" type="slidenum">
              <a:rPr lang="fr-FR" smtClean="0"/>
              <a:pPr/>
              <a:t>8</a:t>
            </a:fld>
            <a:endParaRPr lang="fr-FR"/>
          </a:p>
        </p:txBody>
      </p:sp>
      <p:sp>
        <p:nvSpPr>
          <p:cNvPr id="8" name="TextBox 3">
            <a:extLst>
              <a:ext uri="{FF2B5EF4-FFF2-40B4-BE49-F238E27FC236}">
                <a16:creationId xmlns:a16="http://schemas.microsoft.com/office/drawing/2014/main" id="{852B5F94-5C15-8162-EE4E-A758A7CADD06}"/>
              </a:ext>
            </a:extLst>
          </p:cNvPr>
          <p:cNvSpPr txBox="1"/>
          <p:nvPr/>
        </p:nvSpPr>
        <p:spPr>
          <a:xfrm>
            <a:off x="356573" y="835574"/>
            <a:ext cx="8464111" cy="35702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i="1" u="sng">
                <a:ea typeface="Source Sans Pro"/>
              </a:rPr>
              <a:t>Règles : </a:t>
            </a:r>
            <a:r>
              <a:rPr lang="en-US" sz="1600" dirty="0">
                <a:ea typeface="Source Sans Pro"/>
              </a:rPr>
              <a:t> </a:t>
            </a:r>
            <a:endParaRPr lang="en-US" dirty="0"/>
          </a:p>
          <a:p>
            <a:r>
              <a:rPr lang="fr-FR" sz="1600">
                <a:ea typeface="Source Sans Pro"/>
              </a:rPr>
              <a:t>Pour ce qui est de l'a</a:t>
            </a:r>
            <a:r>
              <a:rPr lang="fr-FR" sz="1600" dirty="0">
                <a:ea typeface="Source Sans Pro"/>
              </a:rPr>
              <a:t>rrêt du robot du a la proximité d'un humain les règles de changent pas depuis </a:t>
            </a:r>
            <a:r>
              <a:rPr lang="fr-FR" sz="1600">
                <a:ea typeface="Source Sans Pro"/>
              </a:rPr>
              <a:t>le scénario 1.</a:t>
            </a:r>
            <a:endParaRPr lang="fr-FR" dirty="0"/>
          </a:p>
          <a:p>
            <a:endParaRPr lang="fr-FR" sz="1600" dirty="0">
              <a:ea typeface="Source Sans Pro"/>
            </a:endParaRPr>
          </a:p>
          <a:p>
            <a:r>
              <a:rPr lang="fr-FR" sz="1600" dirty="0">
                <a:ea typeface="Source Sans Pro"/>
              </a:rPr>
              <a:t>Le robot apporte </a:t>
            </a:r>
            <a:r>
              <a:rPr lang="fr-FR" sz="1600">
                <a:ea typeface="Source Sans Pro"/>
              </a:rPr>
              <a:t>des sets de pièces entiers. </a:t>
            </a:r>
            <a:endParaRPr lang="fr-FR" sz="1600" dirty="0">
              <a:ea typeface="Source Sans Pro"/>
            </a:endParaRPr>
          </a:p>
          <a:p>
            <a:endParaRPr lang="fr-FR" sz="1600" dirty="0">
              <a:ea typeface="Source Sans Pro"/>
            </a:endParaRPr>
          </a:p>
          <a:p>
            <a:r>
              <a:rPr lang="fr-FR" sz="1600" dirty="0">
                <a:ea typeface="Source Sans Pro"/>
              </a:rPr>
              <a:t>S'il n'y </a:t>
            </a:r>
            <a:r>
              <a:rPr lang="fr-FR" sz="1600">
                <a:ea typeface="Source Sans Pro"/>
              </a:rPr>
              <a:t>a</a:t>
            </a:r>
            <a:r>
              <a:rPr lang="fr-FR" sz="1600" dirty="0">
                <a:ea typeface="Source Sans Pro"/>
              </a:rPr>
              <a:t> pas assez de pièces il ne les apporte pas à l'opérateur.</a:t>
            </a:r>
          </a:p>
          <a:p>
            <a:endParaRPr lang="fr-FR" sz="1600" dirty="0">
              <a:ea typeface="Source Sans Pro"/>
            </a:endParaRPr>
          </a:p>
          <a:p>
            <a:r>
              <a:rPr lang="fr-FR" sz="1600" dirty="0">
                <a:ea typeface="Source Sans Pro"/>
              </a:rPr>
              <a:t>Il ne peut poser seulement que deux sets de pièces sur la plateforme de l'humain (2 en attente et 1 en assemblage est une </a:t>
            </a:r>
            <a:r>
              <a:rPr lang="fr-FR" sz="1600">
                <a:ea typeface="Source Sans Pro"/>
              </a:rPr>
              <a:t>configuration possible).</a:t>
            </a:r>
            <a:endParaRPr lang="fr-FR" sz="1600" dirty="0">
              <a:ea typeface="Source Sans Pro"/>
            </a:endParaRPr>
          </a:p>
          <a:p>
            <a:endParaRPr lang="fr-FR" sz="1600" dirty="0">
              <a:ea typeface="Source Sans Pro"/>
            </a:endParaRPr>
          </a:p>
          <a:p>
            <a:r>
              <a:rPr lang="fr-FR" sz="1600" dirty="0">
                <a:ea typeface="Source Sans Pro"/>
              </a:rPr>
              <a:t>Dans le cas ou il y a deux sets de pièces sur la plateforme de l'opérateur le robot attend avant des les poser dans une position qui ne gêne pas l'utilisateur.</a:t>
            </a:r>
          </a:p>
          <a:p>
            <a:endParaRPr lang="en-US" dirty="0">
              <a:ea typeface="Source Sans Pro"/>
            </a:endParaRPr>
          </a:p>
        </p:txBody>
      </p:sp>
    </p:spTree>
    <p:extLst>
      <p:ext uri="{BB962C8B-B14F-4D97-AF65-F5344CB8AC3E}">
        <p14:creationId xmlns:p14="http://schemas.microsoft.com/office/powerpoint/2010/main" val="2581567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8F0C4-1650-D8EA-8CE5-8A1B3FF08DF3}"/>
            </a:ext>
          </a:extLst>
        </p:cNvPr>
        <p:cNvGrpSpPr/>
        <p:nvPr/>
      </p:nvGrpSpPr>
      <p:grpSpPr>
        <a:xfrm>
          <a:off x="0" y="0"/>
          <a:ext cx="0" cy="0"/>
          <a:chOff x="0" y="0"/>
          <a:chExt cx="0" cy="0"/>
        </a:xfrm>
      </p:grpSpPr>
      <p:sp>
        <p:nvSpPr>
          <p:cNvPr id="21" name="Titre 20">
            <a:extLst>
              <a:ext uri="{FF2B5EF4-FFF2-40B4-BE49-F238E27FC236}">
                <a16:creationId xmlns:a16="http://schemas.microsoft.com/office/drawing/2014/main" id="{EA42A9B4-8E7F-920B-FB5C-A6CA352912D9}"/>
              </a:ext>
            </a:extLst>
          </p:cNvPr>
          <p:cNvSpPr>
            <a:spLocks noGrp="1"/>
          </p:cNvSpPr>
          <p:nvPr>
            <p:ph type="title"/>
          </p:nvPr>
        </p:nvSpPr>
        <p:spPr>
          <a:ln>
            <a:noFill/>
          </a:ln>
        </p:spPr>
        <p:txBody>
          <a:bodyPr/>
          <a:lstStyle/>
          <a:p>
            <a:r>
              <a:rPr lang="fr-FR">
                <a:ea typeface="+mj-lt"/>
                <a:cs typeface="+mj-lt"/>
              </a:rPr>
              <a:t>Scénario 2 : Synchronisation</a:t>
            </a:r>
            <a:endParaRPr lang="fr-FR" dirty="0" err="1"/>
          </a:p>
        </p:txBody>
      </p:sp>
      <p:cxnSp>
        <p:nvCxnSpPr>
          <p:cNvPr id="24" name="Connecteur droit 23">
            <a:extLst>
              <a:ext uri="{FF2B5EF4-FFF2-40B4-BE49-F238E27FC236}">
                <a16:creationId xmlns:a16="http://schemas.microsoft.com/office/drawing/2014/main" id="{21E4179A-5E2F-FBE7-21FE-F152E6C9A834}"/>
              </a:ext>
            </a:extLst>
          </p:cNvPr>
          <p:cNvCxnSpPr/>
          <p:nvPr/>
        </p:nvCxnSpPr>
        <p:spPr>
          <a:xfrm>
            <a:off x="457200" y="627534"/>
            <a:ext cx="8229600" cy="0"/>
          </a:xfrm>
          <a:prstGeom prst="line">
            <a:avLst/>
          </a:prstGeom>
          <a:ln w="63500">
            <a:solidFill>
              <a:srgbClr val="132133"/>
            </a:solidFill>
          </a:ln>
        </p:spPr>
        <p:style>
          <a:lnRef idx="1">
            <a:schemeClr val="accent1"/>
          </a:lnRef>
          <a:fillRef idx="0">
            <a:schemeClr val="accent1"/>
          </a:fillRef>
          <a:effectRef idx="0">
            <a:schemeClr val="accent1"/>
          </a:effectRef>
          <a:fontRef idx="minor">
            <a:schemeClr val="tx1"/>
          </a:fontRef>
        </p:style>
      </p:cxnSp>
      <p:sp>
        <p:nvSpPr>
          <p:cNvPr id="2" name="Espace réservé du pied de page 1">
            <a:extLst>
              <a:ext uri="{FF2B5EF4-FFF2-40B4-BE49-F238E27FC236}">
                <a16:creationId xmlns:a16="http://schemas.microsoft.com/office/drawing/2014/main" id="{3730B900-145E-8E22-7463-B76E06DB878E}"/>
              </a:ext>
            </a:extLst>
          </p:cNvPr>
          <p:cNvSpPr>
            <a:spLocks noGrp="1"/>
          </p:cNvSpPr>
          <p:nvPr>
            <p:ph type="ftr" sz="quarter" idx="10"/>
          </p:nvPr>
        </p:nvSpPr>
        <p:spPr/>
        <p:txBody>
          <a:bodyPr/>
          <a:lstStyle/>
          <a:p>
            <a:r>
              <a:rPr lang="fr-FR">
                <a:solidFill>
                  <a:schemeClr val="tx2"/>
                </a:solidFill>
              </a:rPr>
              <a:t>|</a:t>
            </a:r>
            <a:r>
              <a:rPr lang="fr-FR">
                <a:solidFill>
                  <a:srgbClr val="222A35"/>
                </a:solidFill>
              </a:rPr>
              <a:t>          </a:t>
            </a:r>
            <a:r>
              <a:rPr lang="fr-FR" b="1">
                <a:solidFill>
                  <a:srgbClr val="222A35"/>
                </a:solidFill>
              </a:rPr>
              <a:t>ISAE-</a:t>
            </a:r>
            <a:r>
              <a:rPr lang="fr-FR" b="1" err="1">
                <a:solidFill>
                  <a:srgbClr val="222A35"/>
                </a:solidFill>
              </a:rPr>
              <a:t>Supméca</a:t>
            </a:r>
            <a:r>
              <a:rPr lang="fr-FR">
                <a:solidFill>
                  <a:srgbClr val="222A35"/>
                </a:solidFill>
              </a:rPr>
              <a:t> – Institut supérieur de mécanique de Paris          </a:t>
            </a:r>
            <a:r>
              <a:rPr lang="fr-FR">
                <a:solidFill>
                  <a:schemeClr val="tx2"/>
                </a:solidFill>
              </a:rPr>
              <a:t>|</a:t>
            </a:r>
          </a:p>
        </p:txBody>
      </p:sp>
      <p:sp>
        <p:nvSpPr>
          <p:cNvPr id="3" name="Espace réservé du numéro de diapositive 2">
            <a:extLst>
              <a:ext uri="{FF2B5EF4-FFF2-40B4-BE49-F238E27FC236}">
                <a16:creationId xmlns:a16="http://schemas.microsoft.com/office/drawing/2014/main" id="{91345384-37E2-1337-8F4D-B85F35894056}"/>
              </a:ext>
            </a:extLst>
          </p:cNvPr>
          <p:cNvSpPr>
            <a:spLocks noGrp="1"/>
          </p:cNvSpPr>
          <p:nvPr>
            <p:ph type="sldNum" sz="quarter" idx="11"/>
          </p:nvPr>
        </p:nvSpPr>
        <p:spPr/>
        <p:txBody>
          <a:bodyPr/>
          <a:lstStyle/>
          <a:p>
            <a:fld id="{6189AD21-9F8B-47CF-9B2C-59971C9A1C69}" type="slidenum">
              <a:rPr lang="fr-FR" smtClean="0"/>
              <a:pPr/>
              <a:t>9</a:t>
            </a:fld>
            <a:endParaRPr lang="fr-FR"/>
          </a:p>
        </p:txBody>
      </p:sp>
      <p:sp>
        <p:nvSpPr>
          <p:cNvPr id="5" name="TextBox 3">
            <a:extLst>
              <a:ext uri="{FF2B5EF4-FFF2-40B4-BE49-F238E27FC236}">
                <a16:creationId xmlns:a16="http://schemas.microsoft.com/office/drawing/2014/main" id="{61C25ABE-D2BB-8AF8-9D48-1D76E69C4C47}"/>
              </a:ext>
            </a:extLst>
          </p:cNvPr>
          <p:cNvSpPr txBox="1"/>
          <p:nvPr/>
        </p:nvSpPr>
        <p:spPr>
          <a:xfrm>
            <a:off x="396445" y="902027"/>
            <a:ext cx="8464111"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i="1" u="sng">
                <a:ea typeface="Source Sans Pro"/>
              </a:rPr>
              <a:t>DDL de l'humain : </a:t>
            </a:r>
            <a:r>
              <a:rPr lang="en-US" sz="1600" dirty="0">
                <a:ea typeface="Source Sans Pro"/>
              </a:rPr>
              <a:t> </a:t>
            </a:r>
            <a:endParaRPr lang="en-US" dirty="0"/>
          </a:p>
          <a:p>
            <a:r>
              <a:rPr lang="fr-FR" sz="1600" dirty="0">
                <a:ea typeface="Source Sans Pro"/>
              </a:rPr>
              <a:t>Pour les membres inférieures</a:t>
            </a:r>
            <a:r>
              <a:rPr lang="fr-FR" sz="1600">
                <a:ea typeface="Source Sans Pro"/>
              </a:rPr>
              <a:t> même configuration que le scénarios 1 (10 DDL).</a:t>
            </a:r>
            <a:endParaRPr lang="fr-FR" sz="1600" dirty="0">
              <a:ea typeface="Source Sans Pro"/>
            </a:endParaRPr>
          </a:p>
          <a:p>
            <a:r>
              <a:rPr lang="fr-FR" sz="1600" dirty="0">
                <a:ea typeface="Source Sans Pro"/>
              </a:rPr>
              <a:t>Buste -&gt; (3 degrés) -&gt; Partie </a:t>
            </a:r>
            <a:r>
              <a:rPr lang="fr-FR" sz="1600">
                <a:ea typeface="Source Sans Pro"/>
              </a:rPr>
              <a:t>supérieure -&gt; (1 degrés) -&gt; Partie inférieure -&gt; (1 degrés) -&gt; Pied</a:t>
            </a:r>
            <a:endParaRPr lang="fr-FR" sz="1600" dirty="0">
              <a:ea typeface="Source Sans Pro"/>
            </a:endParaRPr>
          </a:p>
          <a:p>
            <a:endParaRPr lang="fr-FR" sz="1600" dirty="0">
              <a:ea typeface="Source Sans Pro"/>
            </a:endParaRPr>
          </a:p>
          <a:p>
            <a:r>
              <a:rPr lang="fr-FR" sz="1600" dirty="0">
                <a:ea typeface="Source Sans Pro"/>
              </a:rPr>
              <a:t>Nous considérons ici que les </a:t>
            </a:r>
            <a:r>
              <a:rPr lang="fr-FR" sz="1600">
                <a:ea typeface="Source Sans Pro"/>
              </a:rPr>
              <a:t>DDL de la tête, cou et celles internes au buste ne sont pas utiles.</a:t>
            </a:r>
            <a:endParaRPr lang="fr-FR" sz="1600" dirty="0">
              <a:ea typeface="Source Sans Pro"/>
            </a:endParaRPr>
          </a:p>
          <a:p>
            <a:endParaRPr lang="fr-FR" sz="1600" dirty="0">
              <a:ea typeface="Source Sans Pro"/>
            </a:endParaRPr>
          </a:p>
          <a:p>
            <a:r>
              <a:rPr lang="fr-FR" sz="1600">
                <a:ea typeface="Source Sans Pro"/>
              </a:rPr>
              <a:t>Les bras seront les seuls membres avec des DDL.</a:t>
            </a:r>
            <a:endParaRPr lang="fr-FR" sz="1600" dirty="0">
              <a:ea typeface="Source Sans Pro"/>
            </a:endParaRPr>
          </a:p>
          <a:p>
            <a:r>
              <a:rPr lang="fr-FR" sz="1600" dirty="0">
                <a:ea typeface="Source Sans Pro"/>
              </a:rPr>
              <a:t>Buste -&gt; (3 degrés) -&gt; </a:t>
            </a:r>
            <a:r>
              <a:rPr lang="fr-FR" sz="1600">
                <a:ea typeface="Source Sans Pro"/>
              </a:rPr>
              <a:t>Bras-&gt; (1 degrés) -&gt; Avant-bras</a:t>
            </a:r>
            <a:r>
              <a:rPr lang="fr-FR" sz="1600" dirty="0">
                <a:ea typeface="Source Sans Pro"/>
              </a:rPr>
              <a:t>  -&gt; (2 degrés) -&gt; Main</a:t>
            </a:r>
          </a:p>
          <a:p>
            <a:endParaRPr lang="fr-FR" sz="1600" dirty="0">
              <a:ea typeface="Source Sans Pro"/>
            </a:endParaRPr>
          </a:p>
          <a:p>
            <a:endParaRPr lang="en-US" dirty="0">
              <a:ea typeface="Source Sans Pro"/>
            </a:endParaRPr>
          </a:p>
        </p:txBody>
      </p:sp>
    </p:spTree>
    <p:extLst>
      <p:ext uri="{BB962C8B-B14F-4D97-AF65-F5344CB8AC3E}">
        <p14:creationId xmlns:p14="http://schemas.microsoft.com/office/powerpoint/2010/main" val="1650382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0"/>
            <a:ext cx="9144000" cy="5146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7" name="Connecteur droit 16"/>
          <p:cNvCxnSpPr/>
          <p:nvPr/>
        </p:nvCxnSpPr>
        <p:spPr>
          <a:xfrm flipV="1">
            <a:off x="2699792" y="2913433"/>
            <a:ext cx="0" cy="1512168"/>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 name="ZoneTexte 1"/>
          <p:cNvSpPr txBox="1"/>
          <p:nvPr/>
        </p:nvSpPr>
        <p:spPr>
          <a:xfrm>
            <a:off x="2932657" y="2945725"/>
            <a:ext cx="3223519" cy="1354217"/>
          </a:xfrm>
          <a:prstGeom prst="rect">
            <a:avLst/>
          </a:prstGeom>
          <a:noFill/>
        </p:spPr>
        <p:txBody>
          <a:bodyPr wrap="square" rtlCol="0">
            <a:spAutoFit/>
          </a:bodyPr>
          <a:lstStyle/>
          <a:p>
            <a:pPr algn="ctr"/>
            <a:r>
              <a:rPr lang="fr-FR" sz="1200" b="1"/>
              <a:t>ISAE-</a:t>
            </a:r>
            <a:r>
              <a:rPr lang="fr-FR" sz="1200" b="1" err="1"/>
              <a:t>Supméca</a:t>
            </a:r>
            <a:r>
              <a:rPr lang="fr-FR" sz="1200" b="1"/>
              <a:t> </a:t>
            </a:r>
          </a:p>
          <a:p>
            <a:pPr algn="ctr"/>
            <a:r>
              <a:rPr lang="fr-FR" sz="1200"/>
              <a:t>Institut supérieur de mécanique de Paris</a:t>
            </a:r>
          </a:p>
          <a:p>
            <a:pPr algn="ctr"/>
            <a:r>
              <a:rPr lang="fr-FR" sz="1200"/>
              <a:t>3 rue Fernand Hainaut 93407 Saint-Ouen Cedex  </a:t>
            </a:r>
          </a:p>
          <a:p>
            <a:pPr algn="ctr">
              <a:spcAft>
                <a:spcPts val="1200"/>
              </a:spcAft>
            </a:pPr>
            <a:r>
              <a:rPr lang="fr-FR" sz="1200"/>
              <a:t>Tél. 01 49 45 29 00  –  </a:t>
            </a:r>
            <a:r>
              <a:rPr lang="fr-FR" sz="1200" b="1"/>
              <a:t>www.isae-supmeca.fr</a:t>
            </a:r>
          </a:p>
          <a:p>
            <a:pPr algn="ctr"/>
            <a:r>
              <a:rPr lang="fr-FR" sz="1200">
                <a:solidFill>
                  <a:schemeClr val="bg1">
                    <a:lumMod val="50000"/>
                    <a:lumOff val="50000"/>
                  </a:schemeClr>
                </a:solidFill>
              </a:rPr>
              <a:t>Ministère de l'Enseignement supérieur</a:t>
            </a:r>
            <a:br>
              <a:rPr lang="fr-FR" sz="1200">
                <a:solidFill>
                  <a:schemeClr val="bg1">
                    <a:lumMod val="50000"/>
                    <a:lumOff val="50000"/>
                  </a:schemeClr>
                </a:solidFill>
              </a:rPr>
            </a:br>
            <a:r>
              <a:rPr lang="fr-FR" sz="1200">
                <a:solidFill>
                  <a:schemeClr val="bg1">
                    <a:lumMod val="50000"/>
                    <a:lumOff val="50000"/>
                  </a:schemeClr>
                </a:solidFill>
              </a:rPr>
              <a:t>et de la Recherche</a:t>
            </a:r>
          </a:p>
        </p:txBody>
      </p:sp>
      <p:pic>
        <p:nvPicPr>
          <p:cNvPr id="7" name="Imag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5577" y="3003798"/>
            <a:ext cx="1656183" cy="1242137"/>
          </a:xfrm>
          <a:prstGeom prst="rect">
            <a:avLst/>
          </a:prstGeom>
        </p:spPr>
      </p:pic>
      <p:pic>
        <p:nvPicPr>
          <p:cNvPr id="8" name="Imag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32240" y="3344115"/>
            <a:ext cx="1728192" cy="641096"/>
          </a:xfrm>
          <a:prstGeom prst="rect">
            <a:avLst/>
          </a:prstGeom>
        </p:spPr>
      </p:pic>
      <p:cxnSp>
        <p:nvCxnSpPr>
          <p:cNvPr id="10" name="Connecteur droit 9"/>
          <p:cNvCxnSpPr/>
          <p:nvPr/>
        </p:nvCxnSpPr>
        <p:spPr>
          <a:xfrm flipV="1">
            <a:off x="6372200" y="2913433"/>
            <a:ext cx="0" cy="1512168"/>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127026"/>
      </p:ext>
    </p:extLst>
  </p:cSld>
  <p:clrMapOvr>
    <a:masterClrMapping/>
  </p:clrMapOvr>
</p:sld>
</file>

<file path=ppt/theme/theme1.xml><?xml version="1.0" encoding="utf-8"?>
<a:theme xmlns:a="http://schemas.openxmlformats.org/drawingml/2006/main" name="2_Conception personnalisée">
  <a:themeElements>
    <a:clrScheme name="Supméca">
      <a:dk1>
        <a:srgbClr val="222A35"/>
      </a:dk1>
      <a:lt1>
        <a:srgbClr val="F2F2F2"/>
      </a:lt1>
      <a:dk2>
        <a:srgbClr val="F45F0C"/>
      </a:dk2>
      <a:lt2>
        <a:srgbClr val="F2F2F2"/>
      </a:lt2>
      <a:accent1>
        <a:srgbClr val="F45F0C"/>
      </a:accent1>
      <a:accent2>
        <a:srgbClr val="F68140"/>
      </a:accent2>
      <a:accent3>
        <a:srgbClr val="F8A170"/>
      </a:accent3>
      <a:accent4>
        <a:srgbClr val="FABB98"/>
      </a:accent4>
      <a:accent5>
        <a:srgbClr val="FCDDCC"/>
      </a:accent5>
      <a:accent6>
        <a:srgbClr val="FEEFE6"/>
      </a:accent6>
      <a:hlink>
        <a:srgbClr val="F45F0C"/>
      </a:hlink>
      <a:folHlink>
        <a:srgbClr val="B74708"/>
      </a:folHlink>
    </a:clrScheme>
    <a:fontScheme name="Supméca">
      <a:majorFont>
        <a:latin typeface="Source Sans Pro Black"/>
        <a:ea typeface=""/>
        <a:cs typeface=""/>
      </a:majorFont>
      <a:minorFont>
        <a:latin typeface="Source Sans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Conception personnalisée">
  <a:themeElements>
    <a:clrScheme name="Supméca">
      <a:dk1>
        <a:srgbClr val="222A35"/>
      </a:dk1>
      <a:lt1>
        <a:srgbClr val="F2F2F2"/>
      </a:lt1>
      <a:dk2>
        <a:srgbClr val="F45F0C"/>
      </a:dk2>
      <a:lt2>
        <a:srgbClr val="F2F2F2"/>
      </a:lt2>
      <a:accent1>
        <a:srgbClr val="F45F0C"/>
      </a:accent1>
      <a:accent2>
        <a:srgbClr val="F68140"/>
      </a:accent2>
      <a:accent3>
        <a:srgbClr val="F8A170"/>
      </a:accent3>
      <a:accent4>
        <a:srgbClr val="FABB98"/>
      </a:accent4>
      <a:accent5>
        <a:srgbClr val="FCDDCC"/>
      </a:accent5>
      <a:accent6>
        <a:srgbClr val="FEEFE6"/>
      </a:accent6>
      <a:hlink>
        <a:srgbClr val="F45F0C"/>
      </a:hlink>
      <a:folHlink>
        <a:srgbClr val="B74708"/>
      </a:folHlink>
    </a:clrScheme>
    <a:fontScheme name="Supméca">
      <a:majorFont>
        <a:latin typeface="Source Sans Pro Black"/>
        <a:ea typeface=""/>
        <a:cs typeface=""/>
      </a:majorFont>
      <a:minorFont>
        <a:latin typeface="Source Sans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onception personnalisée">
  <a:themeElements>
    <a:clrScheme name="Supméca">
      <a:dk1>
        <a:srgbClr val="222A35"/>
      </a:dk1>
      <a:lt1>
        <a:srgbClr val="F2F2F2"/>
      </a:lt1>
      <a:dk2>
        <a:srgbClr val="F45F0C"/>
      </a:dk2>
      <a:lt2>
        <a:srgbClr val="F2F2F2"/>
      </a:lt2>
      <a:accent1>
        <a:srgbClr val="F45F0C"/>
      </a:accent1>
      <a:accent2>
        <a:srgbClr val="F68140"/>
      </a:accent2>
      <a:accent3>
        <a:srgbClr val="F8A170"/>
      </a:accent3>
      <a:accent4>
        <a:srgbClr val="FABB98"/>
      </a:accent4>
      <a:accent5>
        <a:srgbClr val="FCDDCC"/>
      </a:accent5>
      <a:accent6>
        <a:srgbClr val="FEEFE6"/>
      </a:accent6>
      <a:hlink>
        <a:srgbClr val="F45F0C"/>
      </a:hlink>
      <a:folHlink>
        <a:srgbClr val="B74708"/>
      </a:folHlink>
    </a:clrScheme>
    <a:fontScheme name="Supméca">
      <a:majorFont>
        <a:latin typeface="Source Sans Pro Black"/>
        <a:ea typeface=""/>
        <a:cs typeface=""/>
      </a:majorFont>
      <a:minorFont>
        <a:latin typeface="Source Sans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B2F0C98DC3BDA468BC25C2AFF687B8D" ma:contentTypeVersion="5" ma:contentTypeDescription="Create a new document." ma:contentTypeScope="" ma:versionID="46afd77c68d68d1d5676d361c4881aaf">
  <xsd:schema xmlns:xsd="http://www.w3.org/2001/XMLSchema" xmlns:xs="http://www.w3.org/2001/XMLSchema" xmlns:p="http://schemas.microsoft.com/office/2006/metadata/properties" xmlns:ns2="ebf2abbc-00d5-4e7c-82a3-d356a7f0ca23" targetNamespace="http://schemas.microsoft.com/office/2006/metadata/properties" ma:root="true" ma:fieldsID="f0edf38ce7d20d9818f997adb6a966a9" ns2:_="">
    <xsd:import namespace="ebf2abbc-00d5-4e7c-82a3-d356a7f0ca2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f2abbc-00d5-4e7c-82a3-d356a7f0ca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A54269-AC35-4CB2-A61C-EFA2C60BFFBC}">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B439AAA-E8AF-4024-9FFF-D94C9BF65114}">
  <ds:schemaRefs>
    <ds:schemaRef ds:uri="http://schemas.microsoft.com/sharepoint/v3/contenttype/forms"/>
  </ds:schemaRefs>
</ds:datastoreItem>
</file>

<file path=customXml/itemProps3.xml><?xml version="1.0" encoding="utf-8"?>
<ds:datastoreItem xmlns:ds="http://schemas.openxmlformats.org/officeDocument/2006/customXml" ds:itemID="{0CE6B1BB-4435-42B3-A5FF-1D543C349E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f2abbc-00d5-4e7c-82a3-d356a7f0ca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10</Slides>
  <Notes>8</Notes>
  <HiddenSlides>0</HiddenSlides>
  <ScaleCrop>false</ScaleCrop>
  <HeadingPairs>
    <vt:vector size="4" baseType="variant">
      <vt:variant>
        <vt:lpstr>Theme</vt:lpstr>
      </vt:variant>
      <vt:variant>
        <vt:i4>3</vt:i4>
      </vt:variant>
      <vt:variant>
        <vt:lpstr>Slide Titles</vt:lpstr>
      </vt:variant>
      <vt:variant>
        <vt:i4>10</vt:i4>
      </vt:variant>
    </vt:vector>
  </HeadingPairs>
  <TitlesOfParts>
    <vt:vector size="13" baseType="lpstr">
      <vt:lpstr>2_Conception personnalisée</vt:lpstr>
      <vt:lpstr>3_Conception personnalisée</vt:lpstr>
      <vt:lpstr>1_Conception personnalisée</vt:lpstr>
      <vt:lpstr>PowerPoint Presentation</vt:lpstr>
      <vt:lpstr>Scénarios d’interaction</vt:lpstr>
      <vt:lpstr>Scénario 1 : Coexistence</vt:lpstr>
      <vt:lpstr>Scénario 1 : Coexistence</vt:lpstr>
      <vt:lpstr>Scénario 1 : Coexistence</vt:lpstr>
      <vt:lpstr>Scénarios d’interaction</vt:lpstr>
      <vt:lpstr>Scénario 2 :  Synchronisation</vt:lpstr>
      <vt:lpstr>Scénario 2 : Synchronisation</vt:lpstr>
      <vt:lpstr>Scénario 2 : Synchronisation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LECHARTIER Antoine</dc:creator>
  <cp:revision>255</cp:revision>
  <dcterms:created xsi:type="dcterms:W3CDTF">2018-06-29T13:21:24Z</dcterms:created>
  <dcterms:modified xsi:type="dcterms:W3CDTF">2026-05-20T06:42:51Z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0x0101009B2F0C98DC3BDA468BC25C2AFF687B8D</vt:lpwstr>
  </property>
</Properties>
</file>