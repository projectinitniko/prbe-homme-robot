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21286788" cy="30267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D44"/>
    <a:srgbClr val="F45F0C"/>
    <a:srgbClr val="323246"/>
    <a:srgbClr val="EB7B52"/>
    <a:srgbClr val="E1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630CB5-AC34-3DD6-33F7-3B4FCFF66373}" v="6" dt="2026-06-30T11:39:19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 autoAdjust="0"/>
    <p:restoredTop sz="94660"/>
  </p:normalViewPr>
  <p:slideViewPr>
    <p:cSldViewPr snapToGrid="0">
      <p:cViewPr>
        <p:scale>
          <a:sx n="50" d="100"/>
          <a:sy n="50" d="100"/>
        </p:scale>
        <p:origin x="25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509" y="4953466"/>
            <a:ext cx="18093770" cy="10537496"/>
          </a:xfrm>
        </p:spPr>
        <p:txBody>
          <a:bodyPr anchor="b"/>
          <a:lstStyle>
            <a:lvl1pPr algn="ctr">
              <a:defRPr sz="13968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0849" y="15897328"/>
            <a:ext cx="15965091" cy="7307583"/>
          </a:xfrm>
        </p:spPr>
        <p:txBody>
          <a:bodyPr/>
          <a:lstStyle>
            <a:lvl1pPr marL="0" indent="0" algn="ctr">
              <a:buNone/>
              <a:defRPr sz="5587"/>
            </a:lvl1pPr>
            <a:lvl2pPr marL="1064362" indent="0" algn="ctr">
              <a:buNone/>
              <a:defRPr sz="4656"/>
            </a:lvl2pPr>
            <a:lvl3pPr marL="2128723" indent="0" algn="ctr">
              <a:buNone/>
              <a:defRPr sz="4190"/>
            </a:lvl3pPr>
            <a:lvl4pPr marL="3193085" indent="0" algn="ctr">
              <a:buNone/>
              <a:defRPr sz="3725"/>
            </a:lvl4pPr>
            <a:lvl5pPr marL="4257446" indent="0" algn="ctr">
              <a:buNone/>
              <a:defRPr sz="3725"/>
            </a:lvl5pPr>
            <a:lvl6pPr marL="5321808" indent="0" algn="ctr">
              <a:buNone/>
              <a:defRPr sz="3725"/>
            </a:lvl6pPr>
            <a:lvl7pPr marL="6386170" indent="0" algn="ctr">
              <a:buNone/>
              <a:defRPr sz="3725"/>
            </a:lvl7pPr>
            <a:lvl8pPr marL="7450531" indent="0" algn="ctr">
              <a:buNone/>
              <a:defRPr sz="3725"/>
            </a:lvl8pPr>
            <a:lvl9pPr marL="8514893" indent="0" algn="ctr">
              <a:buNone/>
              <a:defRPr sz="3725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9604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3" userDrawn="1">
          <p15:clr>
            <a:srgbClr val="FBAE40"/>
          </p15:clr>
        </p15:guide>
        <p15:guide id="2" pos="67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5512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2381" y="7545809"/>
            <a:ext cx="18359855" cy="12590343"/>
          </a:xfrm>
        </p:spPr>
        <p:txBody>
          <a:bodyPr anchor="b"/>
          <a:lstStyle>
            <a:lvl1pPr>
              <a:defRPr sz="13968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2381" y="20255262"/>
            <a:ext cx="18359855" cy="6620964"/>
          </a:xfrm>
        </p:spPr>
        <p:txBody>
          <a:bodyPr/>
          <a:lstStyle>
            <a:lvl1pPr marL="0" indent="0">
              <a:buNone/>
              <a:defRPr sz="5587">
                <a:solidFill>
                  <a:schemeClr val="tx1">
                    <a:tint val="82000"/>
                  </a:schemeClr>
                </a:solidFill>
              </a:defRPr>
            </a:lvl1pPr>
            <a:lvl2pPr marL="1064362" indent="0">
              <a:buNone/>
              <a:defRPr sz="4656">
                <a:solidFill>
                  <a:schemeClr val="tx1">
                    <a:tint val="82000"/>
                  </a:schemeClr>
                </a:solidFill>
              </a:defRPr>
            </a:lvl2pPr>
            <a:lvl3pPr marL="2128723" indent="0">
              <a:buNone/>
              <a:defRPr sz="4190">
                <a:solidFill>
                  <a:schemeClr val="tx1">
                    <a:tint val="82000"/>
                  </a:schemeClr>
                </a:solidFill>
              </a:defRPr>
            </a:lvl3pPr>
            <a:lvl4pPr marL="3193085" indent="0">
              <a:buNone/>
              <a:defRPr sz="3725">
                <a:solidFill>
                  <a:schemeClr val="tx1">
                    <a:tint val="82000"/>
                  </a:schemeClr>
                </a:solidFill>
              </a:defRPr>
            </a:lvl4pPr>
            <a:lvl5pPr marL="4257446" indent="0">
              <a:buNone/>
              <a:defRPr sz="3725">
                <a:solidFill>
                  <a:schemeClr val="tx1">
                    <a:tint val="82000"/>
                  </a:schemeClr>
                </a:solidFill>
              </a:defRPr>
            </a:lvl5pPr>
            <a:lvl6pPr marL="5321808" indent="0">
              <a:buNone/>
              <a:defRPr sz="3725">
                <a:solidFill>
                  <a:schemeClr val="tx1">
                    <a:tint val="82000"/>
                  </a:schemeClr>
                </a:solidFill>
              </a:defRPr>
            </a:lvl6pPr>
            <a:lvl7pPr marL="6386170" indent="0">
              <a:buNone/>
              <a:defRPr sz="3725">
                <a:solidFill>
                  <a:schemeClr val="tx1">
                    <a:tint val="82000"/>
                  </a:schemeClr>
                </a:solidFill>
              </a:defRPr>
            </a:lvl7pPr>
            <a:lvl8pPr marL="7450531" indent="0">
              <a:buNone/>
              <a:defRPr sz="3725">
                <a:solidFill>
                  <a:schemeClr val="tx1">
                    <a:tint val="82000"/>
                  </a:schemeClr>
                </a:solidFill>
              </a:defRPr>
            </a:lvl8pPr>
            <a:lvl9pPr marL="8514893" indent="0">
              <a:buNone/>
              <a:defRPr sz="372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7970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63467" y="8057261"/>
            <a:ext cx="9046885" cy="1920430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76436" y="8057261"/>
            <a:ext cx="9046885" cy="1920430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5046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6239" y="1611459"/>
            <a:ext cx="18359855" cy="585027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6241" y="7419688"/>
            <a:ext cx="9005308" cy="3636275"/>
          </a:xfrm>
        </p:spPr>
        <p:txBody>
          <a:bodyPr anchor="b"/>
          <a:lstStyle>
            <a:lvl1pPr marL="0" indent="0">
              <a:buNone/>
              <a:defRPr sz="5587" b="1"/>
            </a:lvl1pPr>
            <a:lvl2pPr marL="1064362" indent="0">
              <a:buNone/>
              <a:defRPr sz="4656" b="1"/>
            </a:lvl2pPr>
            <a:lvl3pPr marL="2128723" indent="0">
              <a:buNone/>
              <a:defRPr sz="4190" b="1"/>
            </a:lvl3pPr>
            <a:lvl4pPr marL="3193085" indent="0">
              <a:buNone/>
              <a:defRPr sz="3725" b="1"/>
            </a:lvl4pPr>
            <a:lvl5pPr marL="4257446" indent="0">
              <a:buNone/>
              <a:defRPr sz="3725" b="1"/>
            </a:lvl5pPr>
            <a:lvl6pPr marL="5321808" indent="0">
              <a:buNone/>
              <a:defRPr sz="3725" b="1"/>
            </a:lvl6pPr>
            <a:lvl7pPr marL="6386170" indent="0">
              <a:buNone/>
              <a:defRPr sz="3725" b="1"/>
            </a:lvl7pPr>
            <a:lvl8pPr marL="7450531" indent="0">
              <a:buNone/>
              <a:defRPr sz="3725" b="1"/>
            </a:lvl8pPr>
            <a:lvl9pPr marL="8514893" indent="0">
              <a:buNone/>
              <a:defRPr sz="3725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66241" y="11055963"/>
            <a:ext cx="9005308" cy="1626165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776438" y="7419688"/>
            <a:ext cx="9049657" cy="3636275"/>
          </a:xfrm>
        </p:spPr>
        <p:txBody>
          <a:bodyPr anchor="b"/>
          <a:lstStyle>
            <a:lvl1pPr marL="0" indent="0">
              <a:buNone/>
              <a:defRPr sz="5587" b="1"/>
            </a:lvl1pPr>
            <a:lvl2pPr marL="1064362" indent="0">
              <a:buNone/>
              <a:defRPr sz="4656" b="1"/>
            </a:lvl2pPr>
            <a:lvl3pPr marL="2128723" indent="0">
              <a:buNone/>
              <a:defRPr sz="4190" b="1"/>
            </a:lvl3pPr>
            <a:lvl4pPr marL="3193085" indent="0">
              <a:buNone/>
              <a:defRPr sz="3725" b="1"/>
            </a:lvl4pPr>
            <a:lvl5pPr marL="4257446" indent="0">
              <a:buNone/>
              <a:defRPr sz="3725" b="1"/>
            </a:lvl5pPr>
            <a:lvl6pPr marL="5321808" indent="0">
              <a:buNone/>
              <a:defRPr sz="3725" b="1"/>
            </a:lvl6pPr>
            <a:lvl7pPr marL="6386170" indent="0">
              <a:buNone/>
              <a:defRPr sz="3725" b="1"/>
            </a:lvl7pPr>
            <a:lvl8pPr marL="7450531" indent="0">
              <a:buNone/>
              <a:defRPr sz="3725" b="1"/>
            </a:lvl8pPr>
            <a:lvl9pPr marL="8514893" indent="0">
              <a:buNone/>
              <a:defRPr sz="3725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776438" y="11055963"/>
            <a:ext cx="9049657" cy="1626165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93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482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6989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6239" y="2017818"/>
            <a:ext cx="6865543" cy="7062364"/>
          </a:xfrm>
        </p:spPr>
        <p:txBody>
          <a:bodyPr anchor="b"/>
          <a:lstStyle>
            <a:lvl1pPr>
              <a:defRPr sz="745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9658" y="4357934"/>
            <a:ext cx="10776436" cy="21509383"/>
          </a:xfrm>
        </p:spPr>
        <p:txBody>
          <a:bodyPr/>
          <a:lstStyle>
            <a:lvl1pPr>
              <a:defRPr sz="7450"/>
            </a:lvl1pPr>
            <a:lvl2pPr>
              <a:defRPr sz="6518"/>
            </a:lvl2pPr>
            <a:lvl3pPr>
              <a:defRPr sz="5587"/>
            </a:lvl3pPr>
            <a:lvl4pPr>
              <a:defRPr sz="4656"/>
            </a:lvl4pPr>
            <a:lvl5pPr>
              <a:defRPr sz="4656"/>
            </a:lvl5pPr>
            <a:lvl6pPr>
              <a:defRPr sz="4656"/>
            </a:lvl6pPr>
            <a:lvl7pPr>
              <a:defRPr sz="4656"/>
            </a:lvl7pPr>
            <a:lvl8pPr>
              <a:defRPr sz="4656"/>
            </a:lvl8pPr>
            <a:lvl9pPr>
              <a:defRPr sz="4656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6239" y="9080183"/>
            <a:ext cx="6865543" cy="16822161"/>
          </a:xfrm>
        </p:spPr>
        <p:txBody>
          <a:bodyPr/>
          <a:lstStyle>
            <a:lvl1pPr marL="0" indent="0">
              <a:buNone/>
              <a:defRPr sz="3725"/>
            </a:lvl1pPr>
            <a:lvl2pPr marL="1064362" indent="0">
              <a:buNone/>
              <a:defRPr sz="3259"/>
            </a:lvl2pPr>
            <a:lvl3pPr marL="2128723" indent="0">
              <a:buNone/>
              <a:defRPr sz="2794"/>
            </a:lvl3pPr>
            <a:lvl4pPr marL="3193085" indent="0">
              <a:buNone/>
              <a:defRPr sz="2328"/>
            </a:lvl4pPr>
            <a:lvl5pPr marL="4257446" indent="0">
              <a:buNone/>
              <a:defRPr sz="2328"/>
            </a:lvl5pPr>
            <a:lvl6pPr marL="5321808" indent="0">
              <a:buNone/>
              <a:defRPr sz="2328"/>
            </a:lvl6pPr>
            <a:lvl7pPr marL="6386170" indent="0">
              <a:buNone/>
              <a:defRPr sz="2328"/>
            </a:lvl7pPr>
            <a:lvl8pPr marL="7450531" indent="0">
              <a:buNone/>
              <a:defRPr sz="2328"/>
            </a:lvl8pPr>
            <a:lvl9pPr marL="8514893" indent="0">
              <a:buNone/>
              <a:defRPr sz="2328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9592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6239" y="2017818"/>
            <a:ext cx="6865543" cy="7062364"/>
          </a:xfrm>
        </p:spPr>
        <p:txBody>
          <a:bodyPr anchor="b"/>
          <a:lstStyle>
            <a:lvl1pPr>
              <a:defRPr sz="745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49658" y="4357934"/>
            <a:ext cx="10776436" cy="21509383"/>
          </a:xfrm>
        </p:spPr>
        <p:txBody>
          <a:bodyPr anchor="t"/>
          <a:lstStyle>
            <a:lvl1pPr marL="0" indent="0">
              <a:buNone/>
              <a:defRPr sz="7450"/>
            </a:lvl1pPr>
            <a:lvl2pPr marL="1064362" indent="0">
              <a:buNone/>
              <a:defRPr sz="6518"/>
            </a:lvl2pPr>
            <a:lvl3pPr marL="2128723" indent="0">
              <a:buNone/>
              <a:defRPr sz="5587"/>
            </a:lvl3pPr>
            <a:lvl4pPr marL="3193085" indent="0">
              <a:buNone/>
              <a:defRPr sz="4656"/>
            </a:lvl4pPr>
            <a:lvl5pPr marL="4257446" indent="0">
              <a:buNone/>
              <a:defRPr sz="4656"/>
            </a:lvl5pPr>
            <a:lvl6pPr marL="5321808" indent="0">
              <a:buNone/>
              <a:defRPr sz="4656"/>
            </a:lvl6pPr>
            <a:lvl7pPr marL="6386170" indent="0">
              <a:buNone/>
              <a:defRPr sz="4656"/>
            </a:lvl7pPr>
            <a:lvl8pPr marL="7450531" indent="0">
              <a:buNone/>
              <a:defRPr sz="4656"/>
            </a:lvl8pPr>
            <a:lvl9pPr marL="8514893" indent="0">
              <a:buNone/>
              <a:defRPr sz="4656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6239" y="9080183"/>
            <a:ext cx="6865543" cy="16822161"/>
          </a:xfrm>
        </p:spPr>
        <p:txBody>
          <a:bodyPr/>
          <a:lstStyle>
            <a:lvl1pPr marL="0" indent="0">
              <a:buNone/>
              <a:defRPr sz="3725"/>
            </a:lvl1pPr>
            <a:lvl2pPr marL="1064362" indent="0">
              <a:buNone/>
              <a:defRPr sz="3259"/>
            </a:lvl2pPr>
            <a:lvl3pPr marL="2128723" indent="0">
              <a:buNone/>
              <a:defRPr sz="2794"/>
            </a:lvl3pPr>
            <a:lvl4pPr marL="3193085" indent="0">
              <a:buNone/>
              <a:defRPr sz="2328"/>
            </a:lvl4pPr>
            <a:lvl5pPr marL="4257446" indent="0">
              <a:buNone/>
              <a:defRPr sz="2328"/>
            </a:lvl5pPr>
            <a:lvl6pPr marL="5321808" indent="0">
              <a:buNone/>
              <a:defRPr sz="2328"/>
            </a:lvl6pPr>
            <a:lvl7pPr marL="6386170" indent="0">
              <a:buNone/>
              <a:defRPr sz="2328"/>
            </a:lvl7pPr>
            <a:lvl8pPr marL="7450531" indent="0">
              <a:buNone/>
              <a:defRPr sz="2328"/>
            </a:lvl8pPr>
            <a:lvl9pPr marL="8514893" indent="0">
              <a:buNone/>
              <a:defRPr sz="2328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4590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0197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33359" y="1611452"/>
            <a:ext cx="4589964" cy="256501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63468" y="1611452"/>
            <a:ext cx="13503806" cy="256501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650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467" y="1611459"/>
            <a:ext cx="18359855" cy="5850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467" y="8057261"/>
            <a:ext cx="18359855" cy="19204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3467" y="28053287"/>
            <a:ext cx="4789527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3F61DC-1B4B-4196-967E-E62789546BA2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51249" y="28053287"/>
            <a:ext cx="7184291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7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033794" y="28053287"/>
            <a:ext cx="4789527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7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ABCF6C-F4F7-48AE-9232-FDB483C20336}" type="slidenum">
              <a:rPr lang="fr-FR" smtClean="0"/>
              <a:t>‹N°›</a:t>
            </a:fld>
            <a:endParaRPr lang="fr-FR"/>
          </a:p>
        </p:txBody>
      </p:sp>
      <p:pic>
        <p:nvPicPr>
          <p:cNvPr id="18" name="Image 5">
            <a:extLst>
              <a:ext uri="{FF2B5EF4-FFF2-40B4-BE49-F238E27FC236}">
                <a16:creationId xmlns:a16="http://schemas.microsoft.com/office/drawing/2014/main" id="{B6C4C3C4-2460-92B2-CFE7-95041932879F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9" t="4215" b="65093"/>
          <a:stretch>
            <a:fillRect/>
          </a:stretch>
        </p:blipFill>
        <p:spPr>
          <a:xfrm flipH="1">
            <a:off x="-1048672" y="0"/>
            <a:ext cx="7094061" cy="3276586"/>
          </a:xfrm>
          <a:prstGeom prst="rect">
            <a:avLst/>
          </a:prstGeom>
        </p:spPr>
      </p:pic>
      <p:sp>
        <p:nvSpPr>
          <p:cNvPr id="20" name="Rectangle 6">
            <a:extLst>
              <a:ext uri="{FF2B5EF4-FFF2-40B4-BE49-F238E27FC236}">
                <a16:creationId xmlns:a16="http://schemas.microsoft.com/office/drawing/2014/main" id="{A1ACDC76-3FEE-7161-1B92-71C85595822A}"/>
              </a:ext>
            </a:extLst>
          </p:cNvPr>
          <p:cNvSpPr/>
          <p:nvPr userDrawn="1"/>
        </p:nvSpPr>
        <p:spPr>
          <a:xfrm rot="10800000" flipV="1">
            <a:off x="3620052" y="2"/>
            <a:ext cx="17666736" cy="3276584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fr-FR" sz="4800" b="1" noProof="0"/>
          </a:p>
        </p:txBody>
      </p: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2E47F034-58A6-1A76-D59A-3939DCF0B880}"/>
              </a:ext>
            </a:extLst>
          </p:cNvPr>
          <p:cNvGrpSpPr/>
          <p:nvPr userDrawn="1"/>
        </p:nvGrpSpPr>
        <p:grpSpPr>
          <a:xfrm>
            <a:off x="14482607" y="122780"/>
            <a:ext cx="6406867" cy="2977357"/>
            <a:chOff x="1721643" y="1562100"/>
            <a:chExt cx="6406867" cy="2977357"/>
          </a:xfrm>
        </p:grpSpPr>
        <p:grpSp>
          <p:nvGrpSpPr>
            <p:cNvPr id="26" name="Gruppo 25">
              <a:extLst>
                <a:ext uri="{FF2B5EF4-FFF2-40B4-BE49-F238E27FC236}">
                  <a16:creationId xmlns:a16="http://schemas.microsoft.com/office/drawing/2014/main" id="{7BCB96CD-D231-8787-A8A4-B33B672CDDC2}"/>
                </a:ext>
              </a:extLst>
            </p:cNvPr>
            <p:cNvGrpSpPr/>
            <p:nvPr/>
          </p:nvGrpSpPr>
          <p:grpSpPr>
            <a:xfrm>
              <a:off x="1721643" y="1562100"/>
              <a:ext cx="6406867" cy="2977357"/>
              <a:chOff x="1721643" y="1562100"/>
              <a:chExt cx="6406867" cy="2977357"/>
            </a:xfrm>
          </p:grpSpPr>
          <p:grpSp>
            <p:nvGrpSpPr>
              <p:cNvPr id="28" name="Gruppo 27">
                <a:extLst>
                  <a:ext uri="{FF2B5EF4-FFF2-40B4-BE49-F238E27FC236}">
                    <a16:creationId xmlns:a16="http://schemas.microsoft.com/office/drawing/2014/main" id="{9A65BCF4-A41B-5E86-C836-652A5346FBE8}"/>
                  </a:ext>
                </a:extLst>
              </p:cNvPr>
              <p:cNvGrpSpPr/>
              <p:nvPr/>
            </p:nvGrpSpPr>
            <p:grpSpPr>
              <a:xfrm>
                <a:off x="1721643" y="1562100"/>
                <a:ext cx="2977357" cy="2977357"/>
                <a:chOff x="1721643" y="1562100"/>
                <a:chExt cx="2977357" cy="2977357"/>
              </a:xfrm>
            </p:grpSpPr>
            <p:pic>
              <p:nvPicPr>
                <p:cNvPr id="33" name="Elemento grafico 32" descr="Singolo ingranaggio con riempimento a tinta unita">
                  <a:extLst>
                    <a:ext uri="{FF2B5EF4-FFF2-40B4-BE49-F238E27FC236}">
                      <a16:creationId xmlns:a16="http://schemas.microsoft.com/office/drawing/2014/main" id="{119456A6-2D86-4D30-D65A-147841DE3E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1643" y="1562100"/>
                  <a:ext cx="2977357" cy="2977357"/>
                </a:xfrm>
                <a:prstGeom prst="rect">
                  <a:avLst/>
                </a:prstGeom>
              </p:spPr>
            </p:pic>
            <p:sp>
              <p:nvSpPr>
                <p:cNvPr id="34" name="Ovale 33">
                  <a:extLst>
                    <a:ext uri="{FF2B5EF4-FFF2-40B4-BE49-F238E27FC236}">
                      <a16:creationId xmlns:a16="http://schemas.microsoft.com/office/drawing/2014/main" id="{79148BBD-208F-028D-F6CC-43B12A3F99D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250143" y="1873254"/>
                  <a:ext cx="724308" cy="724308"/>
                </a:xfrm>
                <a:prstGeom prst="ellipse">
                  <a:avLst/>
                </a:prstGeom>
                <a:solidFill>
                  <a:srgbClr val="23243A"/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5" name="Ovale 34">
                  <a:extLst>
                    <a:ext uri="{FF2B5EF4-FFF2-40B4-BE49-F238E27FC236}">
                      <a16:creationId xmlns:a16="http://schemas.microsoft.com/office/drawing/2014/main" id="{2B5E090B-3046-8CE2-0FBC-C08071007D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00313" y="2328862"/>
                  <a:ext cx="1443040" cy="1443038"/>
                </a:xfrm>
                <a:prstGeom prst="ellipse">
                  <a:avLst/>
                </a:prstGeom>
                <a:solidFill>
                  <a:srgbClr val="23243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6" name="Figura a mano libera: forma 35">
                  <a:extLst>
                    <a:ext uri="{FF2B5EF4-FFF2-40B4-BE49-F238E27FC236}">
                      <a16:creationId xmlns:a16="http://schemas.microsoft.com/office/drawing/2014/main" id="{2F50F2B0-EF6A-D60D-EE2A-2FCBCCB192F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909828" y="3482707"/>
                  <a:ext cx="744584" cy="207511"/>
                </a:xfrm>
                <a:custGeom>
                  <a:avLst/>
                  <a:gdLst>
                    <a:gd name="csX0" fmla="*/ 232181 w 744584"/>
                    <a:gd name="csY0" fmla="*/ 0 h 207511"/>
                    <a:gd name="csX1" fmla="*/ 613922 w 744584"/>
                    <a:gd name="csY1" fmla="*/ 0 h 207511"/>
                    <a:gd name="csX2" fmla="*/ 723179 w 744584"/>
                    <a:gd name="csY2" fmla="*/ 22058 h 207511"/>
                    <a:gd name="csX3" fmla="*/ 744584 w 744584"/>
                    <a:gd name="csY3" fmla="*/ 36489 h 207511"/>
                    <a:gd name="csX4" fmla="*/ 669744 w 744584"/>
                    <a:gd name="csY4" fmla="*/ 98237 h 207511"/>
                    <a:gd name="csX5" fmla="*/ 312005 w 744584"/>
                    <a:gd name="csY5" fmla="*/ 207511 h 207511"/>
                    <a:gd name="csX6" fmla="*/ 62952 w 744584"/>
                    <a:gd name="csY6" fmla="*/ 157230 h 207511"/>
                    <a:gd name="csX7" fmla="*/ 0 w 744584"/>
                    <a:gd name="csY7" fmla="*/ 123061 h 207511"/>
                    <a:gd name="csX8" fmla="*/ 33703 w 744584"/>
                    <a:gd name="csY8" fmla="*/ 82212 h 207511"/>
                    <a:gd name="csX9" fmla="*/ 232181 w 744584"/>
                    <a:gd name="csY9" fmla="*/ 0 h 20751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744584" h="207511">
                      <a:moveTo>
                        <a:pt x="232181" y="0"/>
                      </a:moveTo>
                      <a:lnTo>
                        <a:pt x="613922" y="0"/>
                      </a:lnTo>
                      <a:cubicBezTo>
                        <a:pt x="652677" y="0"/>
                        <a:pt x="689598" y="7854"/>
                        <a:pt x="723179" y="22058"/>
                      </a:cubicBezTo>
                      <a:lnTo>
                        <a:pt x="744584" y="36489"/>
                      </a:lnTo>
                      <a:lnTo>
                        <a:pt x="669744" y="98237"/>
                      </a:lnTo>
                      <a:cubicBezTo>
                        <a:pt x="567625" y="167227"/>
                        <a:pt x="444520" y="207511"/>
                        <a:pt x="312005" y="207511"/>
                      </a:cubicBezTo>
                      <a:cubicBezTo>
                        <a:pt x="223662" y="207511"/>
                        <a:pt x="139501" y="189607"/>
                        <a:pt x="62952" y="157230"/>
                      </a:cubicBezTo>
                      <a:lnTo>
                        <a:pt x="0" y="123061"/>
                      </a:lnTo>
                      <a:lnTo>
                        <a:pt x="33703" y="82212"/>
                      </a:lnTo>
                      <a:cubicBezTo>
                        <a:pt x="84498" y="31417"/>
                        <a:pt x="154671" y="0"/>
                        <a:pt x="232181" y="0"/>
                      </a:cubicBezTo>
                      <a:close/>
                    </a:path>
                  </a:pathLst>
                </a:custGeom>
                <a:solidFill>
                  <a:srgbClr val="EC6D4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7" name="Rettangolo 28">
                  <a:extLst>
                    <a:ext uri="{FF2B5EF4-FFF2-40B4-BE49-F238E27FC236}">
                      <a16:creationId xmlns:a16="http://schemas.microsoft.com/office/drawing/2014/main" id="{901560A6-D8CC-E29B-1D5C-2C24560F87DB}"/>
                    </a:ext>
                  </a:extLst>
                </p:cNvPr>
                <p:cNvSpPr/>
                <p:nvPr/>
              </p:nvSpPr>
              <p:spPr>
                <a:xfrm>
                  <a:off x="3110736" y="2743179"/>
                  <a:ext cx="504001" cy="679687"/>
                </a:xfrm>
                <a:custGeom>
                  <a:avLst/>
                  <a:gdLst>
                    <a:gd name="csX0" fmla="*/ 0 w 456030"/>
                    <a:gd name="csY0" fmla="*/ 0 h 459580"/>
                    <a:gd name="csX1" fmla="*/ 456030 w 456030"/>
                    <a:gd name="csY1" fmla="*/ 0 h 459580"/>
                    <a:gd name="csX2" fmla="*/ 456030 w 456030"/>
                    <a:gd name="csY2" fmla="*/ 459580 h 459580"/>
                    <a:gd name="csX3" fmla="*/ 0 w 456030"/>
                    <a:gd name="csY3" fmla="*/ 459580 h 459580"/>
                    <a:gd name="csX4" fmla="*/ 0 w 456030"/>
                    <a:gd name="csY4" fmla="*/ 0 h 459580"/>
                    <a:gd name="csX0" fmla="*/ 1 w 456031"/>
                    <a:gd name="csY0" fmla="*/ 0 h 459580"/>
                    <a:gd name="csX1" fmla="*/ 456031 w 456031"/>
                    <a:gd name="csY1" fmla="*/ 0 h 459580"/>
                    <a:gd name="csX2" fmla="*/ 456031 w 456031"/>
                    <a:gd name="csY2" fmla="*/ 459580 h 459580"/>
                    <a:gd name="csX3" fmla="*/ 1 w 456031"/>
                    <a:gd name="csY3" fmla="*/ 459580 h 459580"/>
                    <a:gd name="csX4" fmla="*/ 129438 w 456031"/>
                    <a:gd name="csY4" fmla="*/ 257131 h 459580"/>
                    <a:gd name="csX5" fmla="*/ 1 w 456031"/>
                    <a:gd name="csY5" fmla="*/ 0 h 459580"/>
                    <a:gd name="csX0" fmla="*/ 2 w 456032"/>
                    <a:gd name="csY0" fmla="*/ 0 h 459580"/>
                    <a:gd name="csX1" fmla="*/ 456032 w 456032"/>
                    <a:gd name="csY1" fmla="*/ 0 h 459580"/>
                    <a:gd name="csX2" fmla="*/ 456032 w 456032"/>
                    <a:gd name="csY2" fmla="*/ 459580 h 459580"/>
                    <a:gd name="csX3" fmla="*/ 2 w 456032"/>
                    <a:gd name="csY3" fmla="*/ 459580 h 459580"/>
                    <a:gd name="csX4" fmla="*/ 93720 w 456032"/>
                    <a:gd name="csY4" fmla="*/ 159500 h 459580"/>
                    <a:gd name="csX5" fmla="*/ 2 w 456032"/>
                    <a:gd name="csY5" fmla="*/ 0 h 459580"/>
                    <a:gd name="csX0" fmla="*/ 2 w 456032"/>
                    <a:gd name="csY0" fmla="*/ 0 h 459580"/>
                    <a:gd name="csX1" fmla="*/ 456032 w 456032"/>
                    <a:gd name="csY1" fmla="*/ 0 h 459580"/>
                    <a:gd name="csX2" fmla="*/ 456032 w 456032"/>
                    <a:gd name="csY2" fmla="*/ 459580 h 459580"/>
                    <a:gd name="csX3" fmla="*/ 2 w 456032"/>
                    <a:gd name="csY3" fmla="*/ 459580 h 459580"/>
                    <a:gd name="csX4" fmla="*/ 108007 w 456032"/>
                    <a:gd name="csY4" fmla="*/ 159500 h 459580"/>
                    <a:gd name="csX5" fmla="*/ 2 w 456032"/>
                    <a:gd name="csY5" fmla="*/ 0 h 459580"/>
                    <a:gd name="csX0" fmla="*/ 16671 w 456032"/>
                    <a:gd name="csY0" fmla="*/ 85725 h 459580"/>
                    <a:gd name="csX1" fmla="*/ 456032 w 456032"/>
                    <a:gd name="csY1" fmla="*/ 0 h 459580"/>
                    <a:gd name="csX2" fmla="*/ 456032 w 456032"/>
                    <a:gd name="csY2" fmla="*/ 459580 h 459580"/>
                    <a:gd name="csX3" fmla="*/ 2 w 456032"/>
                    <a:gd name="csY3" fmla="*/ 459580 h 459580"/>
                    <a:gd name="csX4" fmla="*/ 108007 w 456032"/>
                    <a:gd name="csY4" fmla="*/ 159500 h 459580"/>
                    <a:gd name="csX5" fmla="*/ 16671 w 456032"/>
                    <a:gd name="csY5" fmla="*/ 85725 h 459580"/>
                    <a:gd name="csX0" fmla="*/ 16671 w 456032"/>
                    <a:gd name="csY0" fmla="*/ 135732 h 509587"/>
                    <a:gd name="csX1" fmla="*/ 170282 w 456032"/>
                    <a:gd name="csY1" fmla="*/ 0 h 509587"/>
                    <a:gd name="csX2" fmla="*/ 456032 w 456032"/>
                    <a:gd name="csY2" fmla="*/ 509587 h 509587"/>
                    <a:gd name="csX3" fmla="*/ 2 w 456032"/>
                    <a:gd name="csY3" fmla="*/ 509587 h 509587"/>
                    <a:gd name="csX4" fmla="*/ 108007 w 456032"/>
                    <a:gd name="csY4" fmla="*/ 209507 h 509587"/>
                    <a:gd name="csX5" fmla="*/ 16671 w 456032"/>
                    <a:gd name="csY5" fmla="*/ 135732 h 509587"/>
                    <a:gd name="csX0" fmla="*/ 16671 w 456032"/>
                    <a:gd name="csY0" fmla="*/ 135732 h 509587"/>
                    <a:gd name="csX1" fmla="*/ 170282 w 456032"/>
                    <a:gd name="csY1" fmla="*/ 0 h 509587"/>
                    <a:gd name="csX2" fmla="*/ 456032 w 456032"/>
                    <a:gd name="csY2" fmla="*/ 509587 h 509587"/>
                    <a:gd name="csX3" fmla="*/ 2 w 456032"/>
                    <a:gd name="csY3" fmla="*/ 509587 h 509587"/>
                    <a:gd name="csX4" fmla="*/ 108007 w 456032"/>
                    <a:gd name="csY4" fmla="*/ 209507 h 509587"/>
                    <a:gd name="csX5" fmla="*/ 16671 w 456032"/>
                    <a:gd name="csY5" fmla="*/ 135732 h 509587"/>
                    <a:gd name="csX0" fmla="*/ 16671 w 453651"/>
                    <a:gd name="csY0" fmla="*/ 135732 h 511968"/>
                    <a:gd name="csX1" fmla="*/ 170282 w 453651"/>
                    <a:gd name="csY1" fmla="*/ 0 h 511968"/>
                    <a:gd name="csX2" fmla="*/ 453651 w 453651"/>
                    <a:gd name="csY2" fmla="*/ 511968 h 511968"/>
                    <a:gd name="csX3" fmla="*/ 2 w 453651"/>
                    <a:gd name="csY3" fmla="*/ 509587 h 511968"/>
                    <a:gd name="csX4" fmla="*/ 108007 w 453651"/>
                    <a:gd name="csY4" fmla="*/ 209507 h 511968"/>
                    <a:gd name="csX5" fmla="*/ 16671 w 453651"/>
                    <a:gd name="csY5" fmla="*/ 135732 h 511968"/>
                    <a:gd name="csX0" fmla="*/ 16671 w 453651"/>
                    <a:gd name="csY0" fmla="*/ 135732 h 511968"/>
                    <a:gd name="csX1" fmla="*/ 170282 w 453651"/>
                    <a:gd name="csY1" fmla="*/ 0 h 511968"/>
                    <a:gd name="csX2" fmla="*/ 453651 w 453651"/>
                    <a:gd name="csY2" fmla="*/ 511968 h 511968"/>
                    <a:gd name="csX3" fmla="*/ 2 w 453651"/>
                    <a:gd name="csY3" fmla="*/ 509587 h 511968"/>
                    <a:gd name="csX4" fmla="*/ 108007 w 453651"/>
                    <a:gd name="csY4" fmla="*/ 209507 h 511968"/>
                    <a:gd name="csX5" fmla="*/ 16671 w 453651"/>
                    <a:gd name="csY5" fmla="*/ 135732 h 511968"/>
                    <a:gd name="csX0" fmla="*/ 16671 w 460146"/>
                    <a:gd name="csY0" fmla="*/ 237157 h 613393"/>
                    <a:gd name="csX1" fmla="*/ 245891 w 460146"/>
                    <a:gd name="csY1" fmla="*/ 0 h 613393"/>
                    <a:gd name="csX2" fmla="*/ 453651 w 460146"/>
                    <a:gd name="csY2" fmla="*/ 613393 h 613393"/>
                    <a:gd name="csX3" fmla="*/ 2 w 460146"/>
                    <a:gd name="csY3" fmla="*/ 611012 h 613393"/>
                    <a:gd name="csX4" fmla="*/ 108007 w 460146"/>
                    <a:gd name="csY4" fmla="*/ 310932 h 613393"/>
                    <a:gd name="csX5" fmla="*/ 16671 w 460146"/>
                    <a:gd name="csY5" fmla="*/ 237157 h 613393"/>
                    <a:gd name="csX0" fmla="*/ 4857 w 460146"/>
                    <a:gd name="csY0" fmla="*/ 175060 h 613393"/>
                    <a:gd name="csX1" fmla="*/ 245891 w 460146"/>
                    <a:gd name="csY1" fmla="*/ 0 h 613393"/>
                    <a:gd name="csX2" fmla="*/ 453651 w 460146"/>
                    <a:gd name="csY2" fmla="*/ 613393 h 613393"/>
                    <a:gd name="csX3" fmla="*/ 2 w 460146"/>
                    <a:gd name="csY3" fmla="*/ 611012 h 613393"/>
                    <a:gd name="csX4" fmla="*/ 108007 w 460146"/>
                    <a:gd name="csY4" fmla="*/ 310932 h 613393"/>
                    <a:gd name="csX5" fmla="*/ 4857 w 460146"/>
                    <a:gd name="csY5" fmla="*/ 175060 h 613393"/>
                    <a:gd name="csX0" fmla="*/ 4857 w 460146"/>
                    <a:gd name="csY0" fmla="*/ 175060 h 613393"/>
                    <a:gd name="csX1" fmla="*/ 245891 w 460146"/>
                    <a:gd name="csY1" fmla="*/ 0 h 613393"/>
                    <a:gd name="csX2" fmla="*/ 453651 w 460146"/>
                    <a:gd name="csY2" fmla="*/ 613393 h 613393"/>
                    <a:gd name="csX3" fmla="*/ 2 w 460146"/>
                    <a:gd name="csY3" fmla="*/ 611012 h 613393"/>
                    <a:gd name="csX4" fmla="*/ 145812 w 460146"/>
                    <a:gd name="csY4" fmla="*/ 286093 h 613393"/>
                    <a:gd name="csX5" fmla="*/ 4857 w 460146"/>
                    <a:gd name="csY5" fmla="*/ 175060 h 613393"/>
                    <a:gd name="csX0" fmla="*/ 4857 w 476419"/>
                    <a:gd name="csY0" fmla="*/ 175060 h 613393"/>
                    <a:gd name="csX1" fmla="*/ 245891 w 476419"/>
                    <a:gd name="csY1" fmla="*/ 0 h 613393"/>
                    <a:gd name="csX2" fmla="*/ 453651 w 476419"/>
                    <a:gd name="csY2" fmla="*/ 613393 h 613393"/>
                    <a:gd name="csX3" fmla="*/ 2 w 476419"/>
                    <a:gd name="csY3" fmla="*/ 611012 h 613393"/>
                    <a:gd name="csX4" fmla="*/ 145812 w 476419"/>
                    <a:gd name="csY4" fmla="*/ 286093 h 613393"/>
                    <a:gd name="csX5" fmla="*/ 4857 w 476419"/>
                    <a:gd name="csY5" fmla="*/ 175060 h 613393"/>
                    <a:gd name="csX0" fmla="*/ 4855 w 476417"/>
                    <a:gd name="csY0" fmla="*/ 175060 h 613393"/>
                    <a:gd name="csX1" fmla="*/ 245889 w 476417"/>
                    <a:gd name="csY1" fmla="*/ 0 h 613393"/>
                    <a:gd name="csX2" fmla="*/ 453649 w 476417"/>
                    <a:gd name="csY2" fmla="*/ 613393 h 613393"/>
                    <a:gd name="csX3" fmla="*/ 0 w 476417"/>
                    <a:gd name="csY3" fmla="*/ 611012 h 613393"/>
                    <a:gd name="csX4" fmla="*/ 145810 w 476417"/>
                    <a:gd name="csY4" fmla="*/ 286093 h 613393"/>
                    <a:gd name="csX5" fmla="*/ 4855 w 476417"/>
                    <a:gd name="csY5" fmla="*/ 175060 h 613393"/>
                    <a:gd name="csX0" fmla="*/ 4855 w 476417"/>
                    <a:gd name="csY0" fmla="*/ 175060 h 613393"/>
                    <a:gd name="csX1" fmla="*/ 245889 w 476417"/>
                    <a:gd name="csY1" fmla="*/ 0 h 613393"/>
                    <a:gd name="csX2" fmla="*/ 453649 w 476417"/>
                    <a:gd name="csY2" fmla="*/ 613393 h 613393"/>
                    <a:gd name="csX3" fmla="*/ 0 w 476417"/>
                    <a:gd name="csY3" fmla="*/ 611012 h 613393"/>
                    <a:gd name="csX4" fmla="*/ 145810 w 476417"/>
                    <a:gd name="csY4" fmla="*/ 286093 h 613393"/>
                    <a:gd name="csX5" fmla="*/ 4855 w 476417"/>
                    <a:gd name="csY5" fmla="*/ 175060 h 613393"/>
                    <a:gd name="csX0" fmla="*/ 4855 w 504792"/>
                    <a:gd name="csY0" fmla="*/ 175060 h 613393"/>
                    <a:gd name="csX1" fmla="*/ 245889 w 504792"/>
                    <a:gd name="csY1" fmla="*/ 0 h 613393"/>
                    <a:gd name="csX2" fmla="*/ 472634 w 504792"/>
                    <a:gd name="csY2" fmla="*/ 196659 h 613393"/>
                    <a:gd name="csX3" fmla="*/ 453649 w 504792"/>
                    <a:gd name="csY3" fmla="*/ 613393 h 613393"/>
                    <a:gd name="csX4" fmla="*/ 0 w 504792"/>
                    <a:gd name="csY4" fmla="*/ 611012 h 613393"/>
                    <a:gd name="csX5" fmla="*/ 145810 w 504792"/>
                    <a:gd name="csY5" fmla="*/ 286093 h 613393"/>
                    <a:gd name="csX6" fmla="*/ 4855 w 504792"/>
                    <a:gd name="csY6" fmla="*/ 175060 h 613393"/>
                    <a:gd name="csX0" fmla="*/ 4855 w 505667"/>
                    <a:gd name="csY0" fmla="*/ 175060 h 613393"/>
                    <a:gd name="csX1" fmla="*/ 245889 w 505667"/>
                    <a:gd name="csY1" fmla="*/ 0 h 613393"/>
                    <a:gd name="csX2" fmla="*/ 472634 w 505667"/>
                    <a:gd name="csY2" fmla="*/ 196659 h 613393"/>
                    <a:gd name="csX3" fmla="*/ 453649 w 505667"/>
                    <a:gd name="csY3" fmla="*/ 613393 h 613393"/>
                    <a:gd name="csX4" fmla="*/ 0 w 505667"/>
                    <a:gd name="csY4" fmla="*/ 611012 h 613393"/>
                    <a:gd name="csX5" fmla="*/ 145810 w 505667"/>
                    <a:gd name="csY5" fmla="*/ 286093 h 613393"/>
                    <a:gd name="csX6" fmla="*/ 4855 w 505667"/>
                    <a:gd name="csY6" fmla="*/ 175060 h 613393"/>
                    <a:gd name="csX0" fmla="*/ 4855 w 489075"/>
                    <a:gd name="csY0" fmla="*/ 175060 h 613393"/>
                    <a:gd name="csX1" fmla="*/ 245889 w 489075"/>
                    <a:gd name="csY1" fmla="*/ 0 h 613393"/>
                    <a:gd name="csX2" fmla="*/ 472634 w 489075"/>
                    <a:gd name="csY2" fmla="*/ 196659 h 613393"/>
                    <a:gd name="csX3" fmla="*/ 453649 w 489075"/>
                    <a:gd name="csY3" fmla="*/ 613393 h 613393"/>
                    <a:gd name="csX4" fmla="*/ 0 w 489075"/>
                    <a:gd name="csY4" fmla="*/ 611012 h 613393"/>
                    <a:gd name="csX5" fmla="*/ 145810 w 489075"/>
                    <a:gd name="csY5" fmla="*/ 286093 h 613393"/>
                    <a:gd name="csX6" fmla="*/ 4855 w 489075"/>
                    <a:gd name="csY6" fmla="*/ 175060 h 613393"/>
                    <a:gd name="csX0" fmla="*/ 4855 w 472634"/>
                    <a:gd name="csY0" fmla="*/ 175060 h 613393"/>
                    <a:gd name="csX1" fmla="*/ 245889 w 472634"/>
                    <a:gd name="csY1" fmla="*/ 0 h 613393"/>
                    <a:gd name="csX2" fmla="*/ 472634 w 472634"/>
                    <a:gd name="csY2" fmla="*/ 196659 h 613393"/>
                    <a:gd name="csX3" fmla="*/ 453649 w 472634"/>
                    <a:gd name="csY3" fmla="*/ 613393 h 613393"/>
                    <a:gd name="csX4" fmla="*/ 0 w 472634"/>
                    <a:gd name="csY4" fmla="*/ 611012 h 613393"/>
                    <a:gd name="csX5" fmla="*/ 145810 w 472634"/>
                    <a:gd name="csY5" fmla="*/ 286093 h 613393"/>
                    <a:gd name="csX6" fmla="*/ 4855 w 472634"/>
                    <a:gd name="csY6" fmla="*/ 175060 h 613393"/>
                    <a:gd name="csX0" fmla="*/ 4855 w 508075"/>
                    <a:gd name="csY0" fmla="*/ 175060 h 613393"/>
                    <a:gd name="csX1" fmla="*/ 245889 w 508075"/>
                    <a:gd name="csY1" fmla="*/ 0 h 613393"/>
                    <a:gd name="csX2" fmla="*/ 508075 w 508075"/>
                    <a:gd name="csY2" fmla="*/ 283596 h 613393"/>
                    <a:gd name="csX3" fmla="*/ 453649 w 508075"/>
                    <a:gd name="csY3" fmla="*/ 613393 h 613393"/>
                    <a:gd name="csX4" fmla="*/ 0 w 508075"/>
                    <a:gd name="csY4" fmla="*/ 611012 h 613393"/>
                    <a:gd name="csX5" fmla="*/ 145810 w 508075"/>
                    <a:gd name="csY5" fmla="*/ 286093 h 613393"/>
                    <a:gd name="csX6" fmla="*/ 4855 w 508075"/>
                    <a:gd name="csY6" fmla="*/ 175060 h 613393"/>
                    <a:gd name="csX0" fmla="*/ 4855 w 508075"/>
                    <a:gd name="csY0" fmla="*/ 175060 h 613393"/>
                    <a:gd name="csX1" fmla="*/ 245889 w 508075"/>
                    <a:gd name="csY1" fmla="*/ 0 h 613393"/>
                    <a:gd name="csX2" fmla="*/ 508075 w 508075"/>
                    <a:gd name="csY2" fmla="*/ 283596 h 613393"/>
                    <a:gd name="csX3" fmla="*/ 453649 w 508075"/>
                    <a:gd name="csY3" fmla="*/ 613393 h 613393"/>
                    <a:gd name="csX4" fmla="*/ 0 w 508075"/>
                    <a:gd name="csY4" fmla="*/ 611012 h 613393"/>
                    <a:gd name="csX5" fmla="*/ 145810 w 508075"/>
                    <a:gd name="csY5" fmla="*/ 286093 h 613393"/>
                    <a:gd name="csX6" fmla="*/ 4855 w 508075"/>
                    <a:gd name="csY6" fmla="*/ 175060 h 613393"/>
                    <a:gd name="csX0" fmla="*/ 4855 w 508075"/>
                    <a:gd name="csY0" fmla="*/ 175060 h 613393"/>
                    <a:gd name="csX1" fmla="*/ 245889 w 508075"/>
                    <a:gd name="csY1" fmla="*/ 0 h 613393"/>
                    <a:gd name="csX2" fmla="*/ 508075 w 508075"/>
                    <a:gd name="csY2" fmla="*/ 283596 h 613393"/>
                    <a:gd name="csX3" fmla="*/ 453649 w 508075"/>
                    <a:gd name="csY3" fmla="*/ 613393 h 613393"/>
                    <a:gd name="csX4" fmla="*/ 0 w 508075"/>
                    <a:gd name="csY4" fmla="*/ 611012 h 613393"/>
                    <a:gd name="csX5" fmla="*/ 145810 w 508075"/>
                    <a:gd name="csY5" fmla="*/ 286093 h 613393"/>
                    <a:gd name="csX6" fmla="*/ 4855 w 508075"/>
                    <a:gd name="csY6" fmla="*/ 175060 h 613393"/>
                    <a:gd name="csX0" fmla="*/ 4855 w 508075"/>
                    <a:gd name="csY0" fmla="*/ 175060 h 613393"/>
                    <a:gd name="csX1" fmla="*/ 245889 w 508075"/>
                    <a:gd name="csY1" fmla="*/ 0 h 613393"/>
                    <a:gd name="csX2" fmla="*/ 508075 w 508075"/>
                    <a:gd name="csY2" fmla="*/ 283596 h 613393"/>
                    <a:gd name="csX3" fmla="*/ 453649 w 508075"/>
                    <a:gd name="csY3" fmla="*/ 613393 h 613393"/>
                    <a:gd name="csX4" fmla="*/ 0 w 508075"/>
                    <a:gd name="csY4" fmla="*/ 611012 h 613393"/>
                    <a:gd name="csX5" fmla="*/ 145810 w 508075"/>
                    <a:gd name="csY5" fmla="*/ 286093 h 613393"/>
                    <a:gd name="csX6" fmla="*/ 4855 w 508075"/>
                    <a:gd name="csY6" fmla="*/ 175060 h 613393"/>
                    <a:gd name="csX0" fmla="*/ 4855 w 508075"/>
                    <a:gd name="csY0" fmla="*/ 175060 h 613393"/>
                    <a:gd name="csX1" fmla="*/ 245889 w 508075"/>
                    <a:gd name="csY1" fmla="*/ 0 h 613393"/>
                    <a:gd name="csX2" fmla="*/ 508075 w 508075"/>
                    <a:gd name="csY2" fmla="*/ 283596 h 613393"/>
                    <a:gd name="csX3" fmla="*/ 453649 w 508075"/>
                    <a:gd name="csY3" fmla="*/ 613393 h 613393"/>
                    <a:gd name="csX4" fmla="*/ 0 w 508075"/>
                    <a:gd name="csY4" fmla="*/ 611012 h 613393"/>
                    <a:gd name="csX5" fmla="*/ 185977 w 508075"/>
                    <a:gd name="csY5" fmla="*/ 314029 h 613393"/>
                    <a:gd name="csX6" fmla="*/ 4855 w 508075"/>
                    <a:gd name="csY6" fmla="*/ 175060 h 613393"/>
                    <a:gd name="csX0" fmla="*/ 4855 w 508075"/>
                    <a:gd name="csY0" fmla="*/ 175060 h 613393"/>
                    <a:gd name="csX1" fmla="*/ 245889 w 508075"/>
                    <a:gd name="csY1" fmla="*/ 0 h 613393"/>
                    <a:gd name="csX2" fmla="*/ 508075 w 508075"/>
                    <a:gd name="csY2" fmla="*/ 283596 h 613393"/>
                    <a:gd name="csX3" fmla="*/ 453649 w 508075"/>
                    <a:gd name="csY3" fmla="*/ 613393 h 613393"/>
                    <a:gd name="csX4" fmla="*/ 0 w 508075"/>
                    <a:gd name="csY4" fmla="*/ 611012 h 613393"/>
                    <a:gd name="csX5" fmla="*/ 185977 w 508075"/>
                    <a:gd name="csY5" fmla="*/ 314029 h 613393"/>
                    <a:gd name="csX6" fmla="*/ 4855 w 508075"/>
                    <a:gd name="csY6" fmla="*/ 175060 h 613393"/>
                    <a:gd name="csX0" fmla="*/ 4855 w 508075"/>
                    <a:gd name="csY0" fmla="*/ 175060 h 613393"/>
                    <a:gd name="csX1" fmla="*/ 245889 w 508075"/>
                    <a:gd name="csY1" fmla="*/ 0 h 613393"/>
                    <a:gd name="csX2" fmla="*/ 508075 w 508075"/>
                    <a:gd name="csY2" fmla="*/ 283596 h 613393"/>
                    <a:gd name="csX3" fmla="*/ 453649 w 508075"/>
                    <a:gd name="csY3" fmla="*/ 613393 h 613393"/>
                    <a:gd name="csX4" fmla="*/ 0 w 508075"/>
                    <a:gd name="csY4" fmla="*/ 611012 h 613393"/>
                    <a:gd name="csX5" fmla="*/ 185977 w 508075"/>
                    <a:gd name="csY5" fmla="*/ 314029 h 613393"/>
                    <a:gd name="csX6" fmla="*/ 4855 w 508075"/>
                    <a:gd name="csY6" fmla="*/ 175060 h 6133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508075" h="613393">
                      <a:moveTo>
                        <a:pt x="4855" y="175060"/>
                      </a:moveTo>
                      <a:lnTo>
                        <a:pt x="245889" y="0"/>
                      </a:lnTo>
                      <a:cubicBezTo>
                        <a:pt x="392373" y="119169"/>
                        <a:pt x="473448" y="181364"/>
                        <a:pt x="508075" y="283596"/>
                      </a:cubicBezTo>
                      <a:cubicBezTo>
                        <a:pt x="457643" y="611448"/>
                        <a:pt x="511157" y="285251"/>
                        <a:pt x="453649" y="613393"/>
                      </a:cubicBezTo>
                      <a:lnTo>
                        <a:pt x="0" y="611012"/>
                      </a:lnTo>
                      <a:cubicBezTo>
                        <a:pt x="183785" y="319052"/>
                        <a:pt x="-172" y="612594"/>
                        <a:pt x="185977" y="314029"/>
                      </a:cubicBezTo>
                      <a:lnTo>
                        <a:pt x="4855" y="175060"/>
                      </a:lnTo>
                      <a:close/>
                    </a:path>
                  </a:pathLst>
                </a:custGeom>
                <a:solidFill>
                  <a:srgbClr val="EC6D4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8" name="Ovale 37">
                  <a:extLst>
                    <a:ext uri="{FF2B5EF4-FFF2-40B4-BE49-F238E27FC236}">
                      <a16:creationId xmlns:a16="http://schemas.microsoft.com/office/drawing/2014/main" id="{8D2902AE-0502-494A-78B4-FDFC8D9CB46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74028" y="2507538"/>
                  <a:ext cx="504000" cy="504000"/>
                </a:xfrm>
                <a:prstGeom prst="ellipse">
                  <a:avLst/>
                </a:prstGeom>
                <a:solidFill>
                  <a:schemeClr val="bg1"/>
                </a:solidFill>
                <a:ln w="101600">
                  <a:solidFill>
                    <a:srgbClr val="23243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9" name="Ovale 38">
                  <a:extLst>
                    <a:ext uri="{FF2B5EF4-FFF2-40B4-BE49-F238E27FC236}">
                      <a16:creationId xmlns:a16="http://schemas.microsoft.com/office/drawing/2014/main" id="{8D030A36-E6D6-0582-C50F-560D6A02C1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946348" y="2572854"/>
                  <a:ext cx="360000" cy="360000"/>
                </a:xfrm>
                <a:prstGeom prst="ellipse">
                  <a:avLst/>
                </a:prstGeom>
                <a:solidFill>
                  <a:srgbClr val="23243A"/>
                </a:solidFill>
                <a:ln w="101600">
                  <a:solidFill>
                    <a:srgbClr val="EC6D4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0" name="Ovale 39">
                  <a:extLst>
                    <a:ext uri="{FF2B5EF4-FFF2-40B4-BE49-F238E27FC236}">
                      <a16:creationId xmlns:a16="http://schemas.microsoft.com/office/drawing/2014/main" id="{7C723E10-FE0A-1E38-8228-0106F516574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67749" y="2038348"/>
                  <a:ext cx="360000" cy="360000"/>
                </a:xfrm>
                <a:prstGeom prst="ellipse">
                  <a:avLst/>
                </a:prstGeom>
                <a:solidFill>
                  <a:srgbClr val="23243A"/>
                </a:solidFill>
                <a:ln w="101600">
                  <a:solidFill>
                    <a:srgbClr val="EC6D4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Ovale 40">
                  <a:extLst>
                    <a:ext uri="{FF2B5EF4-FFF2-40B4-BE49-F238E27FC236}">
                      <a16:creationId xmlns:a16="http://schemas.microsoft.com/office/drawing/2014/main" id="{A2AE14F6-94C0-EFD1-3EC8-D753A266DDB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379351" y="2989636"/>
                  <a:ext cx="144000" cy="144000"/>
                </a:xfrm>
                <a:prstGeom prst="ellipse">
                  <a:avLst/>
                </a:prstGeom>
                <a:solidFill>
                  <a:srgbClr val="23243A"/>
                </a:solidFill>
                <a:ln w="1016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9" name="Rectangle 15">
                <a:extLst>
                  <a:ext uri="{FF2B5EF4-FFF2-40B4-BE49-F238E27FC236}">
                    <a16:creationId xmlns:a16="http://schemas.microsoft.com/office/drawing/2014/main" id="{CACE006F-36DB-2605-EF3D-F4A1A1B781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1456" y="1636267"/>
                <a:ext cx="3438442" cy="20005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0" b="1" i="0" u="none" strike="noStrike" cap="none" normalizeH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 Bahnschrift Bold"/>
                  </a:rPr>
                  <a:t>ALIX</a:t>
                </a:r>
                <a:endParaRPr kumimoji="0" lang="en-US" altLang="en-US" sz="13000" b="0" i="0" u="none" strike="noStrike" cap="none" normalizeH="0">
                  <a:ln>
                    <a:noFill/>
                  </a:ln>
                  <a:solidFill>
                    <a:schemeClr val="bg1"/>
                  </a:solidFill>
                  <a:effectLst/>
                  <a:latin typeface=" Bahnschrift Bold"/>
                </a:endParaRPr>
              </a:p>
            </p:txBody>
          </p:sp>
          <p:sp>
            <p:nvSpPr>
              <p:cNvPr id="30" name="Rectangle 25">
                <a:extLst>
                  <a:ext uri="{FF2B5EF4-FFF2-40B4-BE49-F238E27FC236}">
                    <a16:creationId xmlns:a16="http://schemas.microsoft.com/office/drawing/2014/main" id="{24589C86-62CE-ACC4-6A5C-F147B87D35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3124" y="3371790"/>
                <a:ext cx="351538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600" b="0" i="0" u="none" strike="noStrike" cap="none" normalizeH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 Bahnschrift Bold"/>
                  </a:rPr>
                  <a:t>ADVANCED PLATFORM </a:t>
                </a:r>
                <a:endParaRPr kumimoji="0" lang="en-US" altLang="en-US" sz="1800" b="0" i="0" u="none" strike="noStrike" cap="none" normalizeH="0">
                  <a:ln>
                    <a:noFill/>
                  </a:ln>
                  <a:solidFill>
                    <a:schemeClr val="bg1"/>
                  </a:solidFill>
                  <a:effectLst/>
                  <a:latin typeface=" Bahnschrift Bold"/>
                </a:endParaRPr>
              </a:p>
            </p:txBody>
          </p:sp>
          <p:sp>
            <p:nvSpPr>
              <p:cNvPr id="31" name="Rectangle 26">
                <a:extLst>
                  <a:ext uri="{FF2B5EF4-FFF2-40B4-BE49-F238E27FC236}">
                    <a16:creationId xmlns:a16="http://schemas.microsoft.com/office/drawing/2014/main" id="{066A7805-E0BC-B7A0-4105-03C8D3CD29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3124" y="3768665"/>
                <a:ext cx="2930289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600" b="0" i="0" u="none" strike="noStrike" cap="none" normalizeH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 Bahnschrift Bold"/>
                  </a:rPr>
                  <a:t>FOR INDUSTRY X.0  </a:t>
                </a:r>
                <a:endParaRPr kumimoji="0" lang="en-US" altLang="en-US" sz="1800" b="0" i="0" u="none" strike="noStrike" cap="none" normalizeH="0">
                  <a:ln>
                    <a:noFill/>
                  </a:ln>
                  <a:solidFill>
                    <a:schemeClr val="bg1"/>
                  </a:solidFill>
                  <a:effectLst/>
                  <a:latin typeface=" Bahnschrift Bold"/>
                </a:endParaRPr>
              </a:p>
            </p:txBody>
          </p:sp>
        </p:grpSp>
        <p:sp>
          <p:nvSpPr>
            <p:cNvPr id="27" name="Rettangolo 26">
              <a:extLst>
                <a:ext uri="{FF2B5EF4-FFF2-40B4-BE49-F238E27FC236}">
                  <a16:creationId xmlns:a16="http://schemas.microsoft.com/office/drawing/2014/main" id="{74092A03-E3ED-982D-FCAA-09BCA18CA33C}"/>
                </a:ext>
              </a:extLst>
            </p:cNvPr>
            <p:cNvSpPr/>
            <p:nvPr/>
          </p:nvSpPr>
          <p:spPr>
            <a:xfrm rot="18883164">
              <a:off x="3154964" y="2348589"/>
              <a:ext cx="462757" cy="255518"/>
            </a:xfrm>
            <a:prstGeom prst="rect">
              <a:avLst/>
            </a:prstGeom>
            <a:solidFill>
              <a:srgbClr val="EC6D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43" name="Image 3">
            <a:extLst>
              <a:ext uri="{FF2B5EF4-FFF2-40B4-BE49-F238E27FC236}">
                <a16:creationId xmlns:a16="http://schemas.microsoft.com/office/drawing/2014/main" id="{E18C8299-D25C-FEE6-C99A-2A00F4CBDD19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9" t="4214" b="67642"/>
          <a:stretch>
            <a:fillRect/>
          </a:stretch>
        </p:blipFill>
        <p:spPr>
          <a:xfrm>
            <a:off x="15292201" y="27262791"/>
            <a:ext cx="7094061" cy="3004484"/>
          </a:xfrm>
          <a:prstGeom prst="rect">
            <a:avLst/>
          </a:prstGeom>
        </p:spPr>
      </p:pic>
      <p:sp>
        <p:nvSpPr>
          <p:cNvPr id="45" name="Rectangle 4">
            <a:extLst>
              <a:ext uri="{FF2B5EF4-FFF2-40B4-BE49-F238E27FC236}">
                <a16:creationId xmlns:a16="http://schemas.microsoft.com/office/drawing/2014/main" id="{F0792452-8B62-60CB-ED47-FE031DE89006}"/>
              </a:ext>
            </a:extLst>
          </p:cNvPr>
          <p:cNvSpPr/>
          <p:nvPr userDrawn="1"/>
        </p:nvSpPr>
        <p:spPr>
          <a:xfrm rot="10800000" flipV="1">
            <a:off x="-1" y="27261569"/>
            <a:ext cx="15292201" cy="3005706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endParaRPr lang="fr-FR" sz="3600"/>
          </a:p>
        </p:txBody>
      </p:sp>
    </p:spTree>
    <p:extLst>
      <p:ext uri="{BB962C8B-B14F-4D97-AF65-F5344CB8AC3E}">
        <p14:creationId xmlns:p14="http://schemas.microsoft.com/office/powerpoint/2010/main" val="98210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28723" rtl="0" eaLnBrk="1" latinLnBrk="0" hangingPunct="1">
        <a:lnSpc>
          <a:spcPct val="90000"/>
        </a:lnSpc>
        <a:spcBef>
          <a:spcPct val="0"/>
        </a:spcBef>
        <a:buNone/>
        <a:defRPr sz="1024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2181" indent="-532181" algn="l" defTabSz="2128723" rtl="0" eaLnBrk="1" latinLnBrk="0" hangingPunct="1">
        <a:lnSpc>
          <a:spcPct val="90000"/>
        </a:lnSpc>
        <a:spcBef>
          <a:spcPts val="2328"/>
        </a:spcBef>
        <a:buFont typeface="Arial" panose="020B0604020202020204" pitchFamily="34" charset="0"/>
        <a:buChar char="•"/>
        <a:defRPr sz="6518" kern="1200">
          <a:solidFill>
            <a:schemeClr val="tx1"/>
          </a:solidFill>
          <a:latin typeface="+mn-lt"/>
          <a:ea typeface="+mn-ea"/>
          <a:cs typeface="+mn-cs"/>
        </a:defRPr>
      </a:lvl1pPr>
      <a:lvl2pPr marL="1596542" indent="-532181" algn="l" defTabSz="2128723" rtl="0" eaLnBrk="1" latinLnBrk="0" hangingPunct="1">
        <a:lnSpc>
          <a:spcPct val="90000"/>
        </a:lnSpc>
        <a:spcBef>
          <a:spcPts val="1164"/>
        </a:spcBef>
        <a:buFont typeface="Arial" panose="020B0604020202020204" pitchFamily="34" charset="0"/>
        <a:buChar char="•"/>
        <a:defRPr sz="5587" kern="1200">
          <a:solidFill>
            <a:schemeClr val="tx1"/>
          </a:solidFill>
          <a:latin typeface="+mn-lt"/>
          <a:ea typeface="+mn-ea"/>
          <a:cs typeface="+mn-cs"/>
        </a:defRPr>
      </a:lvl2pPr>
      <a:lvl3pPr marL="2660904" indent="-532181" algn="l" defTabSz="2128723" rtl="0" eaLnBrk="1" latinLnBrk="0" hangingPunct="1">
        <a:lnSpc>
          <a:spcPct val="90000"/>
        </a:lnSpc>
        <a:spcBef>
          <a:spcPts val="1164"/>
        </a:spcBef>
        <a:buFont typeface="Arial" panose="020B0604020202020204" pitchFamily="34" charset="0"/>
        <a:buChar char="•"/>
        <a:defRPr sz="4656" kern="1200">
          <a:solidFill>
            <a:schemeClr val="tx1"/>
          </a:solidFill>
          <a:latin typeface="+mn-lt"/>
          <a:ea typeface="+mn-ea"/>
          <a:cs typeface="+mn-cs"/>
        </a:defRPr>
      </a:lvl3pPr>
      <a:lvl4pPr marL="3725266" indent="-532181" algn="l" defTabSz="2128723" rtl="0" eaLnBrk="1" latinLnBrk="0" hangingPunct="1">
        <a:lnSpc>
          <a:spcPct val="90000"/>
        </a:lnSpc>
        <a:spcBef>
          <a:spcPts val="1164"/>
        </a:spcBef>
        <a:buFont typeface="Arial" panose="020B0604020202020204" pitchFamily="34" charset="0"/>
        <a:buChar char="•"/>
        <a:defRPr sz="4190" kern="1200">
          <a:solidFill>
            <a:schemeClr val="tx1"/>
          </a:solidFill>
          <a:latin typeface="+mn-lt"/>
          <a:ea typeface="+mn-ea"/>
          <a:cs typeface="+mn-cs"/>
        </a:defRPr>
      </a:lvl4pPr>
      <a:lvl5pPr marL="4789627" indent="-532181" algn="l" defTabSz="2128723" rtl="0" eaLnBrk="1" latinLnBrk="0" hangingPunct="1">
        <a:lnSpc>
          <a:spcPct val="90000"/>
        </a:lnSpc>
        <a:spcBef>
          <a:spcPts val="1164"/>
        </a:spcBef>
        <a:buFont typeface="Arial" panose="020B0604020202020204" pitchFamily="34" charset="0"/>
        <a:buChar char="•"/>
        <a:defRPr sz="4190" kern="1200">
          <a:solidFill>
            <a:schemeClr val="tx1"/>
          </a:solidFill>
          <a:latin typeface="+mn-lt"/>
          <a:ea typeface="+mn-ea"/>
          <a:cs typeface="+mn-cs"/>
        </a:defRPr>
      </a:lvl5pPr>
      <a:lvl6pPr marL="5853989" indent="-532181" algn="l" defTabSz="2128723" rtl="0" eaLnBrk="1" latinLnBrk="0" hangingPunct="1">
        <a:lnSpc>
          <a:spcPct val="90000"/>
        </a:lnSpc>
        <a:spcBef>
          <a:spcPts val="1164"/>
        </a:spcBef>
        <a:buFont typeface="Arial" panose="020B0604020202020204" pitchFamily="34" charset="0"/>
        <a:buChar char="•"/>
        <a:defRPr sz="4190" kern="1200">
          <a:solidFill>
            <a:schemeClr val="tx1"/>
          </a:solidFill>
          <a:latin typeface="+mn-lt"/>
          <a:ea typeface="+mn-ea"/>
          <a:cs typeface="+mn-cs"/>
        </a:defRPr>
      </a:lvl6pPr>
      <a:lvl7pPr marL="6918350" indent="-532181" algn="l" defTabSz="2128723" rtl="0" eaLnBrk="1" latinLnBrk="0" hangingPunct="1">
        <a:lnSpc>
          <a:spcPct val="90000"/>
        </a:lnSpc>
        <a:spcBef>
          <a:spcPts val="1164"/>
        </a:spcBef>
        <a:buFont typeface="Arial" panose="020B0604020202020204" pitchFamily="34" charset="0"/>
        <a:buChar char="•"/>
        <a:defRPr sz="4190" kern="1200">
          <a:solidFill>
            <a:schemeClr val="tx1"/>
          </a:solidFill>
          <a:latin typeface="+mn-lt"/>
          <a:ea typeface="+mn-ea"/>
          <a:cs typeface="+mn-cs"/>
        </a:defRPr>
      </a:lvl7pPr>
      <a:lvl8pPr marL="7982712" indent="-532181" algn="l" defTabSz="2128723" rtl="0" eaLnBrk="1" latinLnBrk="0" hangingPunct="1">
        <a:lnSpc>
          <a:spcPct val="90000"/>
        </a:lnSpc>
        <a:spcBef>
          <a:spcPts val="1164"/>
        </a:spcBef>
        <a:buFont typeface="Arial" panose="020B0604020202020204" pitchFamily="34" charset="0"/>
        <a:buChar char="•"/>
        <a:defRPr sz="4190" kern="1200">
          <a:solidFill>
            <a:schemeClr val="tx1"/>
          </a:solidFill>
          <a:latin typeface="+mn-lt"/>
          <a:ea typeface="+mn-ea"/>
          <a:cs typeface="+mn-cs"/>
        </a:defRPr>
      </a:lvl8pPr>
      <a:lvl9pPr marL="9047074" indent="-532181" algn="l" defTabSz="2128723" rtl="0" eaLnBrk="1" latinLnBrk="0" hangingPunct="1">
        <a:lnSpc>
          <a:spcPct val="90000"/>
        </a:lnSpc>
        <a:spcBef>
          <a:spcPts val="1164"/>
        </a:spcBef>
        <a:buFont typeface="Arial" panose="020B0604020202020204" pitchFamily="34" charset="0"/>
        <a:buChar char="•"/>
        <a:defRPr sz="41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1pPr>
      <a:lvl2pPr marL="1064362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2pPr>
      <a:lvl3pPr marL="2128723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3pPr>
      <a:lvl4pPr marL="3193085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4pPr>
      <a:lvl5pPr marL="4257446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5pPr>
      <a:lvl6pPr marL="5321808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6pPr>
      <a:lvl7pPr marL="6386170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7pPr>
      <a:lvl8pPr marL="7450531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8pPr>
      <a:lvl9pPr marL="8514893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3" userDrawn="1">
          <p15:clr>
            <a:srgbClr val="F26B43"/>
          </p15:clr>
        </p15:guide>
        <p15:guide id="2" pos="67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043D419-BA16-1616-483C-97A3E15E0DA2}"/>
              </a:ext>
            </a:extLst>
          </p:cNvPr>
          <p:cNvSpPr/>
          <p:nvPr/>
        </p:nvSpPr>
        <p:spPr>
          <a:xfrm>
            <a:off x="249640" y="11726427"/>
            <a:ext cx="10343523" cy="6497817"/>
          </a:xfrm>
          <a:prstGeom prst="rect">
            <a:avLst/>
          </a:prstGeom>
          <a:solidFill>
            <a:srgbClr val="2B2D44"/>
          </a:solidFill>
          <a:ln>
            <a:solidFill>
              <a:srgbClr val="2B2D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FC0736-008A-81B0-774C-ADF6058C1A94}"/>
              </a:ext>
            </a:extLst>
          </p:cNvPr>
          <p:cNvSpPr/>
          <p:nvPr/>
        </p:nvSpPr>
        <p:spPr>
          <a:xfrm rot="10800000" flipV="1">
            <a:off x="0" y="27279600"/>
            <a:ext cx="15481300" cy="2987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fr-FR" sz="3600" b="1" dirty="0"/>
              <a:t>Auteurs: </a:t>
            </a:r>
            <a:r>
              <a:rPr lang="fr-FR" sz="3600" dirty="0"/>
              <a:t>Luc FANTASIA </a:t>
            </a:r>
            <a:r>
              <a:rPr lang="en-US" sz="3600" dirty="0"/>
              <a:t>⋅ </a:t>
            </a:r>
            <a:r>
              <a:rPr lang="fr-FR" sz="3600" dirty="0"/>
              <a:t>Alexandre NOWAK </a:t>
            </a:r>
            <a:r>
              <a:rPr lang="en-US" sz="3600" dirty="0"/>
              <a:t>⋅ </a:t>
            </a:r>
            <a:r>
              <a:rPr lang="fr-FR" sz="3600" dirty="0" err="1"/>
              <a:t>Nikoloz</a:t>
            </a:r>
            <a:r>
              <a:rPr lang="fr-FR" sz="3600" dirty="0"/>
              <a:t> KHACHIDZE</a:t>
            </a:r>
          </a:p>
          <a:p>
            <a:pPr marL="360000"/>
            <a:r>
              <a:rPr lang="fr-FR" sz="3600" b="1" dirty="0"/>
              <a:t>Commanditaires: </a:t>
            </a:r>
            <a:r>
              <a:rPr lang="fr-FR" sz="3600" dirty="0"/>
              <a:t>Francesco CIAMPI </a:t>
            </a:r>
            <a:r>
              <a:rPr lang="en-US" sz="3600" dirty="0"/>
              <a:t>⋅ </a:t>
            </a:r>
            <a:r>
              <a:rPr lang="en-US" sz="3600" dirty="0" err="1"/>
              <a:t>Thierno</a:t>
            </a:r>
            <a:r>
              <a:rPr lang="en-US" sz="3600" dirty="0"/>
              <a:t> DIALLO</a:t>
            </a:r>
            <a:endParaRPr lang="fr-FR" sz="3600" b="1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36CDA48-36B8-0FAE-61DA-DAE4A3A89282}"/>
              </a:ext>
            </a:extLst>
          </p:cNvPr>
          <p:cNvSpPr/>
          <p:nvPr/>
        </p:nvSpPr>
        <p:spPr>
          <a:xfrm rot="10800000" flipV="1">
            <a:off x="3581180" y="0"/>
            <a:ext cx="11934248" cy="2988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r>
              <a:rPr lang="fr-FR" sz="4800" b="1" dirty="0">
                <a:solidFill>
                  <a:srgbClr val="FF0000"/>
                </a:solidFill>
              </a:rPr>
              <a:t>PANTIN</a:t>
            </a:r>
          </a:p>
          <a:p>
            <a:r>
              <a:rPr lang="fr-FR" sz="4800" b="1" dirty="0"/>
              <a:t>Simulation du mouvement humain</a:t>
            </a:r>
          </a:p>
          <a:p>
            <a:r>
              <a:rPr lang="fr-FR" sz="4800" b="1" dirty="0"/>
              <a:t>&amp; interaction homme-robot dans </a:t>
            </a:r>
            <a:r>
              <a:rPr lang="fr-FR" sz="4800" b="1" dirty="0" err="1"/>
              <a:t>RoboDK</a:t>
            </a:r>
            <a:endParaRPr lang="fr-FR" sz="4800" b="1" dirty="0"/>
          </a:p>
        </p:txBody>
      </p: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032FD772-2D25-A0D0-012B-BADC910CF22B}"/>
              </a:ext>
            </a:extLst>
          </p:cNvPr>
          <p:cNvGrpSpPr/>
          <p:nvPr/>
        </p:nvGrpSpPr>
        <p:grpSpPr>
          <a:xfrm>
            <a:off x="262960" y="3705661"/>
            <a:ext cx="20389252" cy="6760203"/>
            <a:chOff x="262960" y="3705661"/>
            <a:chExt cx="20389252" cy="6760203"/>
          </a:xfrm>
        </p:grpSpPr>
        <p:pic>
          <p:nvPicPr>
            <p:cNvPr id="19" name="Image 18" descr="Une image contenant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5A2995FD-48BE-E2EE-F99E-C618D293D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2028" t="-41" r="760" b="-41"/>
            <a:stretch/>
          </p:blipFill>
          <p:spPr>
            <a:xfrm>
              <a:off x="11410950" y="3705661"/>
              <a:ext cx="9241262" cy="5882044"/>
            </a:xfrm>
            <a:prstGeom prst="roundRect">
              <a:avLst>
                <a:gd name="adj" fmla="val 6767"/>
              </a:avLst>
            </a:prstGeom>
            <a:ln w="76200">
              <a:solidFill>
                <a:srgbClr val="F45F0C"/>
              </a:solidFill>
            </a:ln>
            <a:effectLst/>
          </p:spPr>
        </p:pic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616392F-A1EB-FD18-E42D-37083F7D8EA2}"/>
                </a:ext>
              </a:extLst>
            </p:cNvPr>
            <p:cNvSpPr/>
            <p:nvPr/>
          </p:nvSpPr>
          <p:spPr>
            <a:xfrm>
              <a:off x="388327" y="3705661"/>
              <a:ext cx="10023487" cy="1064541"/>
            </a:xfrm>
            <a:prstGeom prst="roundRect">
              <a:avLst/>
            </a:prstGeom>
            <a:solidFill>
              <a:srgbClr val="F45F0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fr-FR" sz="5000"/>
                <a:t>1 – Contexte &amp; Objectif</a:t>
              </a:r>
            </a:p>
          </p:txBody>
        </p:sp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E83A70FF-6E9D-E364-75D4-07F4C95FD8B2}"/>
                </a:ext>
              </a:extLst>
            </p:cNvPr>
            <p:cNvSpPr txBox="1"/>
            <p:nvPr/>
          </p:nvSpPr>
          <p:spPr>
            <a:xfrm>
              <a:off x="388326" y="5137010"/>
              <a:ext cx="10648422" cy="192809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2000"/>
                </a:lnSpc>
                <a:spcAft>
                  <a:spcPts val="600"/>
                </a:spcAft>
                <a:buClr>
                  <a:srgbClr val="F45F0C"/>
                </a:buClr>
                <a:buSzPct val="175000"/>
              </a:pPr>
              <a:r>
                <a:rPr lang="fr-FR" sz="3600" b="1" u="sng" dirty="0">
                  <a:solidFill>
                    <a:srgbClr val="20222C"/>
                  </a:solidFill>
                  <a:latin typeface="Aptos"/>
                  <a:ea typeface="Source Sans Pro"/>
                </a:rPr>
                <a:t>Contexte :</a:t>
              </a:r>
            </a:p>
            <a:p>
              <a:pPr marL="571500" indent="-571500">
                <a:lnSpc>
                  <a:spcPct val="102000"/>
                </a:lnSpc>
                <a:spcAft>
                  <a:spcPts val="600"/>
                </a:spcAft>
                <a:buClr>
                  <a:srgbClr val="F45F0C"/>
                </a:buClr>
                <a:buSzPct val="175000"/>
                <a:buFont typeface="Aptos" panose="020B0004020202020204" pitchFamily="34" charset="0"/>
                <a:buChar char="›"/>
              </a:pPr>
              <a:r>
                <a:rPr lang="fr-FR" sz="3600" dirty="0">
                  <a:solidFill>
                    <a:srgbClr val="20222C"/>
                  </a:solidFill>
                  <a:latin typeface="Aptos"/>
                  <a:ea typeface="Source Sans Pro"/>
                </a:rPr>
                <a:t>Travail dans la chaine ALIX</a:t>
              </a:r>
            </a:p>
            <a:p>
              <a:pPr marL="571500" indent="-571500">
                <a:lnSpc>
                  <a:spcPct val="102000"/>
                </a:lnSpc>
                <a:spcAft>
                  <a:spcPts val="600"/>
                </a:spcAft>
                <a:buClr>
                  <a:srgbClr val="F45F0C"/>
                </a:buClr>
                <a:buSzPct val="175000"/>
                <a:buFont typeface="Aptos" panose="020B0004020202020204" pitchFamily="34" charset="0"/>
                <a:buChar char="›"/>
              </a:pPr>
              <a:r>
                <a:rPr lang="fr-FR" sz="3600" dirty="0">
                  <a:solidFill>
                    <a:srgbClr val="20222C"/>
                  </a:solidFill>
                  <a:latin typeface="Aptos"/>
                  <a:ea typeface="Source Sans Pro"/>
                </a:rPr>
                <a:t> Utilisation de </a:t>
              </a:r>
              <a:r>
                <a:rPr lang="fr-FR" sz="3600" dirty="0" err="1">
                  <a:solidFill>
                    <a:srgbClr val="20222C"/>
                  </a:solidFill>
                  <a:latin typeface="Aptos"/>
                  <a:ea typeface="Source Sans Pro"/>
                </a:rPr>
                <a:t>RoboDK</a:t>
              </a:r>
              <a:r>
                <a:rPr lang="fr-FR" sz="3600" dirty="0">
                  <a:solidFill>
                    <a:srgbClr val="20222C"/>
                  </a:solidFill>
                  <a:latin typeface="Aptos"/>
                  <a:ea typeface="Source Sans Pro"/>
                </a:rPr>
                <a:t> et Python</a:t>
              </a:r>
            </a:p>
          </p:txBody>
        </p:sp>
        <p:sp>
          <p:nvSpPr>
            <p:cNvPr id="22" name="TextBox 3">
              <a:extLst>
                <a:ext uri="{FF2B5EF4-FFF2-40B4-BE49-F238E27FC236}">
                  <a16:creationId xmlns:a16="http://schemas.microsoft.com/office/drawing/2014/main" id="{00958B8D-D776-5498-5B23-D91021331ACE}"/>
                </a:ext>
              </a:extLst>
            </p:cNvPr>
            <p:cNvSpPr txBox="1"/>
            <p:nvPr/>
          </p:nvSpPr>
          <p:spPr>
            <a:xfrm>
              <a:off x="262960" y="7253703"/>
              <a:ext cx="10648422" cy="321216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2000"/>
                </a:lnSpc>
                <a:spcAft>
                  <a:spcPts val="600"/>
                </a:spcAft>
                <a:buClr>
                  <a:srgbClr val="F45F0C"/>
                </a:buClr>
                <a:buSzPct val="175000"/>
              </a:pPr>
              <a:r>
                <a:rPr lang="fr-FR" sz="3600" b="1" u="sng" dirty="0">
                  <a:solidFill>
                    <a:srgbClr val="20222C"/>
                  </a:solidFill>
                  <a:latin typeface="Aptos"/>
                  <a:ea typeface="Source Sans Pro"/>
                </a:rPr>
                <a:t>Objectifs :</a:t>
              </a:r>
            </a:p>
            <a:p>
              <a:pPr marL="571500" indent="-571500">
                <a:lnSpc>
                  <a:spcPct val="102000"/>
                </a:lnSpc>
                <a:spcAft>
                  <a:spcPts val="600"/>
                </a:spcAft>
                <a:buClr>
                  <a:srgbClr val="F45F0C"/>
                </a:buClr>
                <a:buSzPct val="175000"/>
                <a:buFont typeface="Aptos" panose="020B0004020202020204" pitchFamily="34" charset="0"/>
                <a:buChar char="›"/>
              </a:pPr>
              <a:r>
                <a:rPr lang="fr-FR" sz="3600" dirty="0">
                  <a:solidFill>
                    <a:srgbClr val="20222C"/>
                  </a:solidFill>
                  <a:latin typeface="Aptos"/>
                  <a:ea typeface="Source Sans Pro"/>
                </a:rPr>
                <a:t>Modèle cinématique simplifié de l'opérateur</a:t>
              </a:r>
              <a:endParaRPr lang="fr-FR" sz="3600" dirty="0">
                <a:solidFill>
                  <a:srgbClr val="000000"/>
                </a:solidFill>
                <a:latin typeface="Aptos"/>
                <a:ea typeface="Source Sans Pro"/>
              </a:endParaRPr>
            </a:p>
            <a:p>
              <a:pPr marL="571500" indent="-571500">
                <a:lnSpc>
                  <a:spcPct val="102000"/>
                </a:lnSpc>
                <a:spcAft>
                  <a:spcPts val="600"/>
                </a:spcAft>
                <a:buClr>
                  <a:srgbClr val="F45F0C"/>
                </a:buClr>
                <a:buSzPct val="175000"/>
                <a:buFont typeface="Aptos" panose="020B0004020202020204" pitchFamily="34" charset="0"/>
                <a:buChar char="›"/>
              </a:pPr>
              <a:r>
                <a:rPr lang="fr-FR" sz="3600" dirty="0">
                  <a:solidFill>
                    <a:srgbClr val="000000"/>
                  </a:solidFill>
                  <a:latin typeface="Aptos"/>
                  <a:ea typeface="Source Sans Pro"/>
                </a:rPr>
                <a:t>Mouvement des </a:t>
              </a:r>
              <a:r>
                <a:rPr lang="fr-FR" sz="3600" dirty="0">
                  <a:solidFill>
                    <a:srgbClr val="20222C"/>
                  </a:solidFill>
                  <a:latin typeface="Aptos"/>
                  <a:ea typeface="Source Sans Pro"/>
                </a:rPr>
                <a:t>membres inférieurs</a:t>
              </a:r>
              <a:r>
                <a:rPr lang="fr-FR" sz="3600" dirty="0">
                  <a:solidFill>
                    <a:srgbClr val="000000"/>
                  </a:solidFill>
                  <a:latin typeface="Aptos"/>
                  <a:ea typeface="Source Sans Pro"/>
                </a:rPr>
                <a:t> &amp; </a:t>
              </a:r>
              <a:r>
                <a:rPr lang="fr-FR" sz="3600" dirty="0">
                  <a:solidFill>
                    <a:srgbClr val="20222C"/>
                  </a:solidFill>
                  <a:latin typeface="Aptos"/>
                  <a:ea typeface="Source Sans Pro"/>
                </a:rPr>
                <a:t>supérieurs</a:t>
              </a:r>
              <a:endParaRPr lang="fr-FR" sz="3600" dirty="0">
                <a:solidFill>
                  <a:srgbClr val="000000"/>
                </a:solidFill>
                <a:latin typeface="Aptos"/>
                <a:ea typeface="Source Sans Pro"/>
              </a:endParaRPr>
            </a:p>
            <a:p>
              <a:pPr marL="571500" indent="-571500">
                <a:lnSpc>
                  <a:spcPct val="102000"/>
                </a:lnSpc>
                <a:spcAft>
                  <a:spcPts val="600"/>
                </a:spcAft>
                <a:buClr>
                  <a:srgbClr val="F45F0C"/>
                </a:buClr>
                <a:buSzPct val="175000"/>
                <a:buFont typeface="Aptos" panose="020B0004020202020204" pitchFamily="34" charset="0"/>
                <a:buChar char="›"/>
              </a:pPr>
              <a:r>
                <a:rPr lang="fr-FR" sz="3600" dirty="0">
                  <a:solidFill>
                    <a:srgbClr val="20222C"/>
                  </a:solidFill>
                  <a:latin typeface="Aptos"/>
                  <a:ea typeface="Source Sans Pro"/>
                </a:rPr>
                <a:t>Mise en place de 2 scénarios d'interaction:</a:t>
              </a:r>
            </a:p>
            <a:p>
              <a:pPr marL="1028700" lvl="1" indent="-571500">
                <a:lnSpc>
                  <a:spcPct val="102000"/>
                </a:lnSpc>
                <a:spcAft>
                  <a:spcPts val="600"/>
                </a:spcAft>
                <a:buClr>
                  <a:srgbClr val="F45F0C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fr-FR" sz="3600" dirty="0">
                  <a:solidFill>
                    <a:srgbClr val="20222C"/>
                  </a:solidFill>
                  <a:latin typeface="Aptos"/>
                  <a:ea typeface="Source Sans Pro"/>
                </a:rPr>
                <a:t>Coexistence et synchronisation	</a:t>
              </a:r>
            </a:p>
          </p:txBody>
        </p:sp>
        <p:sp>
          <p:nvSpPr>
            <p:cNvPr id="24" name="TextBox 3">
              <a:extLst>
                <a:ext uri="{FF2B5EF4-FFF2-40B4-BE49-F238E27FC236}">
                  <a16:creationId xmlns:a16="http://schemas.microsoft.com/office/drawing/2014/main" id="{A0830820-AE4D-4DFC-5A14-389CFF8A80C4}"/>
                </a:ext>
              </a:extLst>
            </p:cNvPr>
            <p:cNvSpPr txBox="1"/>
            <p:nvPr/>
          </p:nvSpPr>
          <p:spPr>
            <a:xfrm>
              <a:off x="11410950" y="9760369"/>
              <a:ext cx="9241262" cy="46012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2000"/>
                </a:lnSpc>
                <a:spcAft>
                  <a:spcPts val="600"/>
                </a:spcAft>
                <a:buClr>
                  <a:srgbClr val="F45F0C"/>
                </a:buClr>
                <a:buSzPct val="175000"/>
              </a:pPr>
              <a:r>
                <a:rPr lang="fr-FR" sz="2400" i="1" u="sng" dirty="0">
                  <a:solidFill>
                    <a:srgbClr val="20222C"/>
                  </a:solidFill>
                  <a:latin typeface="Aptos"/>
                  <a:ea typeface="Source Sans Pro"/>
                </a:rPr>
                <a:t>Figure 1 : Modélisation  de la chaine ALIX sous </a:t>
              </a:r>
              <a:r>
                <a:rPr lang="fr-FR" sz="2400" i="1" u="sng" dirty="0" err="1">
                  <a:solidFill>
                    <a:srgbClr val="20222C"/>
                  </a:solidFill>
                  <a:latin typeface="Aptos"/>
                  <a:ea typeface="Source Sans Pro"/>
                </a:rPr>
                <a:t>RoboDK</a:t>
              </a:r>
              <a:endParaRPr lang="fr-FR" sz="2400" i="1" u="sng" dirty="0">
                <a:solidFill>
                  <a:srgbClr val="20222C"/>
                </a:solidFill>
                <a:latin typeface="Aptos"/>
                <a:ea typeface="Source Sans Pro"/>
              </a:endParaRPr>
            </a:p>
          </p:txBody>
        </p:sp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3DA21B82-3FE4-0B35-3569-FE370AE4FDEB}"/>
              </a:ext>
            </a:extLst>
          </p:cNvPr>
          <p:cNvGrpSpPr/>
          <p:nvPr/>
        </p:nvGrpSpPr>
        <p:grpSpPr>
          <a:xfrm>
            <a:off x="388326" y="19012244"/>
            <a:ext cx="20584639" cy="7994835"/>
            <a:chOff x="388326" y="19012244"/>
            <a:chExt cx="20584639" cy="7994835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E3DEA36-15FB-84C1-DF29-A0CC85E7AD36}"/>
                </a:ext>
              </a:extLst>
            </p:cNvPr>
            <p:cNvSpPr/>
            <p:nvPr/>
          </p:nvSpPr>
          <p:spPr>
            <a:xfrm>
              <a:off x="388326" y="19012245"/>
              <a:ext cx="10023487" cy="1064541"/>
            </a:xfrm>
            <a:prstGeom prst="roundRect">
              <a:avLst/>
            </a:prstGeom>
            <a:solidFill>
              <a:srgbClr val="F45F0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fr-FR" sz="5000" dirty="0"/>
                <a:t>3- Tests, Résultats &amp; Conclusions</a:t>
              </a:r>
            </a:p>
          </p:txBody>
        </p:sp>
        <p:grpSp>
          <p:nvGrpSpPr>
            <p:cNvPr id="74" name="Groupe 73">
              <a:extLst>
                <a:ext uri="{FF2B5EF4-FFF2-40B4-BE49-F238E27FC236}">
                  <a16:creationId xmlns:a16="http://schemas.microsoft.com/office/drawing/2014/main" id="{1F4430FA-3A5F-D386-2D1B-726A02C67DB2}"/>
                </a:ext>
              </a:extLst>
            </p:cNvPr>
            <p:cNvGrpSpPr/>
            <p:nvPr/>
          </p:nvGrpSpPr>
          <p:grpSpPr>
            <a:xfrm>
              <a:off x="11064767" y="19012244"/>
              <a:ext cx="9908198" cy="7994835"/>
              <a:chOff x="11064767" y="19012244"/>
              <a:chExt cx="9908198" cy="7994835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8B3D6ACE-6D94-3B47-299C-83B08BAA4B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4459" t="13702" b="11660"/>
              <a:stretch/>
            </p:blipFill>
            <p:spPr>
              <a:xfrm rot="16200000">
                <a:off x="9878206" y="20198805"/>
                <a:ext cx="7000746" cy="4627623"/>
              </a:xfrm>
              <a:prstGeom prst="rect">
                <a:avLst/>
              </a:prstGeom>
            </p:spPr>
          </p:pic>
          <p:pic>
            <p:nvPicPr>
              <p:cNvPr id="27" name="Picture 19">
                <a:extLst>
                  <a:ext uri="{FF2B5EF4-FFF2-40B4-BE49-F238E27FC236}">
                    <a16:creationId xmlns:a16="http://schemas.microsoft.com/office/drawing/2014/main" id="{23843326-E37F-4194-D878-C20E5F0253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7029" r="35891" b="8418"/>
              <a:stretch/>
            </p:blipFill>
            <p:spPr>
              <a:xfrm>
                <a:off x="16345343" y="19012245"/>
                <a:ext cx="4627622" cy="7000745"/>
              </a:xfrm>
              <a:prstGeom prst="rect">
                <a:avLst/>
              </a:prstGeom>
            </p:spPr>
          </p:pic>
          <p:sp>
            <p:nvSpPr>
              <p:cNvPr id="28" name="TextBox 3">
                <a:extLst>
                  <a:ext uri="{FF2B5EF4-FFF2-40B4-BE49-F238E27FC236}">
                    <a16:creationId xmlns:a16="http://schemas.microsoft.com/office/drawing/2014/main" id="{148EC0A6-7834-2244-22BD-D7222CF772C5}"/>
                  </a:ext>
                </a:extLst>
              </p:cNvPr>
              <p:cNvSpPr txBox="1"/>
              <p:nvPr/>
            </p:nvSpPr>
            <p:spPr>
              <a:xfrm>
                <a:off x="11064767" y="26170247"/>
                <a:ext cx="4627624" cy="46012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2000"/>
                  </a:lnSpc>
                  <a:spcAft>
                    <a:spcPts val="600"/>
                  </a:spcAft>
                  <a:buClr>
                    <a:srgbClr val="F45F0C"/>
                  </a:buClr>
                  <a:buSzPct val="175000"/>
                </a:pPr>
                <a:r>
                  <a:rPr lang="fr-FR" sz="2400" i="1" u="sng" dirty="0">
                    <a:solidFill>
                      <a:srgbClr val="20222C"/>
                    </a:solidFill>
                    <a:latin typeface="Aptos"/>
                    <a:ea typeface="Source Sans Pro"/>
                  </a:rPr>
                  <a:t>Figure 3 : Marche de l’opérateur</a:t>
                </a:r>
              </a:p>
            </p:txBody>
          </p:sp>
          <p:sp>
            <p:nvSpPr>
              <p:cNvPr id="29" name="TextBox 3">
                <a:extLst>
                  <a:ext uri="{FF2B5EF4-FFF2-40B4-BE49-F238E27FC236}">
                    <a16:creationId xmlns:a16="http://schemas.microsoft.com/office/drawing/2014/main" id="{1AFB2D49-FC26-7F3F-AF1E-54DF62EBB717}"/>
                  </a:ext>
                </a:extLst>
              </p:cNvPr>
              <p:cNvSpPr txBox="1"/>
              <p:nvPr/>
            </p:nvSpPr>
            <p:spPr>
              <a:xfrm>
                <a:off x="16345341" y="26170247"/>
                <a:ext cx="4627624" cy="8368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2000"/>
                  </a:lnSpc>
                  <a:spcAft>
                    <a:spcPts val="600"/>
                  </a:spcAft>
                  <a:buClr>
                    <a:srgbClr val="F45F0C"/>
                  </a:buClr>
                  <a:buSzPct val="175000"/>
                </a:pPr>
                <a:r>
                  <a:rPr lang="fr-FR" sz="2400" i="1" u="sng" dirty="0">
                    <a:solidFill>
                      <a:srgbClr val="20222C"/>
                    </a:solidFill>
                    <a:latin typeface="Aptos"/>
                    <a:ea typeface="Source Sans Pro"/>
                  </a:rPr>
                  <a:t>Figure 4 : Prise d’un pièce par l’opérateur</a:t>
                </a:r>
              </a:p>
            </p:txBody>
          </p:sp>
        </p:grp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A13CA6-E577-8A23-50DC-89997CF6A512}"/>
              </a:ext>
            </a:extLst>
          </p:cNvPr>
          <p:cNvSpPr/>
          <p:nvPr/>
        </p:nvSpPr>
        <p:spPr>
          <a:xfrm>
            <a:off x="10949478" y="10654466"/>
            <a:ext cx="10023487" cy="1064541"/>
          </a:xfrm>
          <a:prstGeom prst="roundRect">
            <a:avLst/>
          </a:prstGeom>
          <a:solidFill>
            <a:srgbClr val="2B2D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5000"/>
              <a:t>2 - Modèle Conceptuel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5F82A30-0366-6400-8BB4-C618B587E834}"/>
              </a:ext>
            </a:extLst>
          </p:cNvPr>
          <p:cNvSpPr txBox="1"/>
          <p:nvPr/>
        </p:nvSpPr>
        <p:spPr>
          <a:xfrm>
            <a:off x="10949478" y="11757520"/>
            <a:ext cx="10023487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3600" b="1" u="sng" dirty="0"/>
              <a:t>Modèle :</a:t>
            </a:r>
          </a:p>
          <a:p>
            <a:pPr marL="571500" indent="-571500">
              <a:buClr>
                <a:srgbClr val="F45F0C"/>
              </a:buClr>
              <a:buSzPct val="175000"/>
              <a:buFont typeface="Aptos" panose="020B0004020202020204" pitchFamily="34" charset="0"/>
              <a:buChar char="›"/>
            </a:pPr>
            <a:r>
              <a:rPr lang="fr-FR" sz="3600" dirty="0"/>
              <a:t>20 degrés de liberté</a:t>
            </a:r>
          </a:p>
          <a:p>
            <a:pPr marL="1028700" lvl="1" indent="-571500">
              <a:buClr>
                <a:srgbClr val="F45F0C"/>
              </a:buClr>
              <a:buSzPct val="100000"/>
              <a:buFont typeface="Arial" panose="020B0604020202020204" pitchFamily="34" charset="0"/>
              <a:buChar char="•"/>
            </a:pPr>
            <a:r>
              <a:rPr lang="fr-FR" sz="3600" dirty="0"/>
              <a:t>3 épaule/hanche</a:t>
            </a:r>
          </a:p>
          <a:p>
            <a:pPr marL="1028700" lvl="1" indent="-571500">
              <a:buClr>
                <a:srgbClr val="F45F0C"/>
              </a:buClr>
              <a:buSzPct val="100000"/>
              <a:buFont typeface="Arial" panose="020B0604020202020204" pitchFamily="34" charset="0"/>
              <a:buChar char="•"/>
            </a:pPr>
            <a:r>
              <a:rPr lang="fr-FR" sz="3600" dirty="0"/>
              <a:t>1 coude/poignet/genou/cheville</a:t>
            </a:r>
          </a:p>
          <a:p>
            <a:pPr marL="571500" indent="-571500">
              <a:buClr>
                <a:srgbClr val="F45F0C"/>
              </a:buClr>
              <a:buSzPct val="175000"/>
              <a:buFont typeface="Aptos" panose="020B0004020202020204" pitchFamily="34" charset="0"/>
              <a:buChar char="›"/>
            </a:pPr>
            <a:r>
              <a:rPr lang="fr-FR" sz="3600" dirty="0"/>
              <a:t>3 types de marches développées </a:t>
            </a:r>
          </a:p>
          <a:p>
            <a:pPr marL="1028700" lvl="1" indent="-571500">
              <a:buClr>
                <a:srgbClr val="F45F0C"/>
              </a:buClr>
              <a:buSzPct val="100000"/>
              <a:buFont typeface="Arial" panose="020B0604020202020204" pitchFamily="34" charset="0"/>
              <a:buChar char="•"/>
            </a:pPr>
            <a:r>
              <a:rPr lang="fr-FR" sz="3600" dirty="0"/>
              <a:t>Militaire, avant, avec trajectoire.</a:t>
            </a:r>
          </a:p>
          <a:p>
            <a:pPr marL="571500" indent="-571500">
              <a:buClr>
                <a:srgbClr val="F45F0C"/>
              </a:buClr>
              <a:buSzPct val="175000"/>
              <a:buFont typeface="Aptos" panose="020B0004020202020204" pitchFamily="34" charset="0"/>
              <a:buChar char="›"/>
            </a:pPr>
            <a:r>
              <a:rPr lang="fr-FR" sz="3600" dirty="0"/>
              <a:t>Prise d’objet avec le bras</a:t>
            </a:r>
          </a:p>
          <a:p>
            <a:endParaRPr lang="fr-FR" sz="3600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24DDD574-F15D-4A86-5D27-86D82BEC2AA0}"/>
              </a:ext>
            </a:extLst>
          </p:cNvPr>
          <p:cNvSpPr txBox="1"/>
          <p:nvPr/>
        </p:nvSpPr>
        <p:spPr>
          <a:xfrm>
            <a:off x="10954843" y="15648175"/>
            <a:ext cx="5675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u="sng" dirty="0"/>
              <a:t>Principe d’animation :</a:t>
            </a:r>
          </a:p>
        </p:txBody>
      </p:sp>
      <p:sp>
        <p:nvSpPr>
          <p:cNvPr id="65" name="Flèche : demi-tour 64">
            <a:extLst>
              <a:ext uri="{FF2B5EF4-FFF2-40B4-BE49-F238E27FC236}">
                <a16:creationId xmlns:a16="http://schemas.microsoft.com/office/drawing/2014/main" id="{5C3BEFFA-AC19-F033-C29C-E0FA10B4BFCD}"/>
              </a:ext>
            </a:extLst>
          </p:cNvPr>
          <p:cNvSpPr/>
          <p:nvPr/>
        </p:nvSpPr>
        <p:spPr>
          <a:xfrm>
            <a:off x="15611916" y="17171678"/>
            <a:ext cx="1466850" cy="486559"/>
          </a:xfrm>
          <a:prstGeom prst="uturnArrow">
            <a:avLst>
              <a:gd name="adj1" fmla="val 11746"/>
              <a:gd name="adj2" fmla="val 24021"/>
              <a:gd name="adj3" fmla="val 32831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6" name="Flèche : demi-tour 65">
            <a:extLst>
              <a:ext uri="{FF2B5EF4-FFF2-40B4-BE49-F238E27FC236}">
                <a16:creationId xmlns:a16="http://schemas.microsoft.com/office/drawing/2014/main" id="{B3841216-E5A4-06CF-6A17-7C1AC5E5304A}"/>
              </a:ext>
            </a:extLst>
          </p:cNvPr>
          <p:cNvSpPr/>
          <p:nvPr/>
        </p:nvSpPr>
        <p:spPr>
          <a:xfrm rot="10800000">
            <a:off x="15582619" y="18207722"/>
            <a:ext cx="1466850" cy="486559"/>
          </a:xfrm>
          <a:prstGeom prst="uturnArrow">
            <a:avLst>
              <a:gd name="adj1" fmla="val 11746"/>
              <a:gd name="adj2" fmla="val 24021"/>
              <a:gd name="adj3" fmla="val 32831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1C948A74-6FC9-CFF6-2BB7-123C4D33FFAE}"/>
              </a:ext>
            </a:extLst>
          </p:cNvPr>
          <p:cNvSpPr/>
          <p:nvPr/>
        </p:nvSpPr>
        <p:spPr>
          <a:xfrm>
            <a:off x="11964098" y="17548110"/>
            <a:ext cx="4029486" cy="7028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Animation d’articulation</a:t>
            </a:r>
          </a:p>
        </p:txBody>
      </p:sp>
      <p:sp>
        <p:nvSpPr>
          <p:cNvPr id="68" name="Flèche : demi-tour 67">
            <a:extLst>
              <a:ext uri="{FF2B5EF4-FFF2-40B4-BE49-F238E27FC236}">
                <a16:creationId xmlns:a16="http://schemas.microsoft.com/office/drawing/2014/main" id="{126993CE-CE76-D184-B029-4E5305AC0E1E}"/>
              </a:ext>
            </a:extLst>
          </p:cNvPr>
          <p:cNvSpPr/>
          <p:nvPr/>
        </p:nvSpPr>
        <p:spPr>
          <a:xfrm rot="5400000" flipV="1">
            <a:off x="10954548" y="17063909"/>
            <a:ext cx="1466850" cy="554045"/>
          </a:xfrm>
          <a:prstGeom prst="uturnArrow">
            <a:avLst>
              <a:gd name="adj1" fmla="val 11746"/>
              <a:gd name="adj2" fmla="val 24021"/>
              <a:gd name="adj3" fmla="val 32831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9" name="Rectangle : coins arrondis 68">
            <a:extLst>
              <a:ext uri="{FF2B5EF4-FFF2-40B4-BE49-F238E27FC236}">
                <a16:creationId xmlns:a16="http://schemas.microsoft.com/office/drawing/2014/main" id="{67043D0D-D4FE-4DAB-42B6-04004581592B}"/>
              </a:ext>
            </a:extLst>
          </p:cNvPr>
          <p:cNvSpPr/>
          <p:nvPr/>
        </p:nvSpPr>
        <p:spPr>
          <a:xfrm>
            <a:off x="11064767" y="16396196"/>
            <a:ext cx="2416960" cy="6619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Pose de repos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7E676521-187F-BB0C-8AA1-2FAEC9A59C13}"/>
              </a:ext>
            </a:extLst>
          </p:cNvPr>
          <p:cNvSpPr txBox="1"/>
          <p:nvPr/>
        </p:nvSpPr>
        <p:spPr>
          <a:xfrm>
            <a:off x="19150844" y="17314632"/>
            <a:ext cx="20210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Si plus </a:t>
            </a:r>
          </a:p>
          <a:p>
            <a:pPr algn="ctr"/>
            <a:r>
              <a:rPr lang="fr-FR" sz="2400" dirty="0"/>
              <a:t>d’animation</a:t>
            </a:r>
          </a:p>
        </p:txBody>
      </p:sp>
      <p:grpSp>
        <p:nvGrpSpPr>
          <p:cNvPr id="80" name="Groupe 79">
            <a:extLst>
              <a:ext uri="{FF2B5EF4-FFF2-40B4-BE49-F238E27FC236}">
                <a16:creationId xmlns:a16="http://schemas.microsoft.com/office/drawing/2014/main" id="{2713423F-2634-5C62-9402-AB6704F6C79F}"/>
              </a:ext>
            </a:extLst>
          </p:cNvPr>
          <p:cNvGrpSpPr/>
          <p:nvPr/>
        </p:nvGrpSpPr>
        <p:grpSpPr>
          <a:xfrm>
            <a:off x="17487900" y="16572679"/>
            <a:ext cx="1851660" cy="1466852"/>
            <a:chOff x="17487900" y="15942330"/>
            <a:chExt cx="1990726" cy="2097201"/>
          </a:xfrm>
        </p:grpSpPr>
        <p:sp>
          <p:nvSpPr>
            <p:cNvPr id="77" name="Flèche : demi-tour 76">
              <a:extLst>
                <a:ext uri="{FF2B5EF4-FFF2-40B4-BE49-F238E27FC236}">
                  <a16:creationId xmlns:a16="http://schemas.microsoft.com/office/drawing/2014/main" id="{B776C145-30F2-63BE-EE8E-16B0C0CB9CAD}"/>
                </a:ext>
              </a:extLst>
            </p:cNvPr>
            <p:cNvSpPr/>
            <p:nvPr/>
          </p:nvSpPr>
          <p:spPr>
            <a:xfrm flipV="1">
              <a:off x="18297526" y="16607504"/>
              <a:ext cx="1181100" cy="1432027"/>
            </a:xfrm>
            <a:prstGeom prst="uturnArrow">
              <a:avLst>
                <a:gd name="adj1" fmla="val 3954"/>
                <a:gd name="adj2" fmla="val 8112"/>
                <a:gd name="adj3" fmla="val 12701"/>
                <a:gd name="adj4" fmla="val 43750"/>
                <a:gd name="adj5" fmla="val 75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C655EF43-1587-ED0A-7465-42EE45EB1AA2}"/>
                </a:ext>
              </a:extLst>
            </p:cNvPr>
            <p:cNvSpPr/>
            <p:nvPr/>
          </p:nvSpPr>
          <p:spPr>
            <a:xfrm>
              <a:off x="17487900" y="15942330"/>
              <a:ext cx="1466850" cy="19442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A5DFAFC3-5F0E-FA3D-D74C-6CEF6553E582}"/>
              </a:ext>
            </a:extLst>
          </p:cNvPr>
          <p:cNvSpPr>
            <a:spLocks/>
          </p:cNvSpPr>
          <p:nvPr/>
        </p:nvSpPr>
        <p:spPr>
          <a:xfrm>
            <a:off x="18472773" y="16396196"/>
            <a:ext cx="2679898" cy="749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Fin d’animation</a:t>
            </a: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0934BE80-C6FC-17BE-42FA-E876450F9514}"/>
              </a:ext>
            </a:extLst>
          </p:cNvPr>
          <p:cNvSpPr/>
          <p:nvPr/>
        </p:nvSpPr>
        <p:spPr>
          <a:xfrm>
            <a:off x="16100958" y="17548110"/>
            <a:ext cx="2843580" cy="7028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Afficher l’image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893B48D-70ED-4EA6-0905-47AB0028605E}"/>
              </a:ext>
            </a:extLst>
          </p:cNvPr>
          <p:cNvSpPr txBox="1"/>
          <p:nvPr/>
        </p:nvSpPr>
        <p:spPr>
          <a:xfrm>
            <a:off x="792000" y="20304000"/>
            <a:ext cx="8820000" cy="676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fr-FR" sz="2800" b="1" u="sng" dirty="0">
                <a:solidFill>
                  <a:srgbClr val="20222C"/>
                </a:solidFill>
                <a:latin typeface="Aptos"/>
                <a:ea typeface="Source Sans Pro"/>
              </a:rPr>
              <a:t>Résultats :</a:t>
            </a:r>
          </a:p>
          <a:p>
            <a:pPr marL="571500" indent="-571500">
              <a:lnSpc>
                <a:spcPct val="100000"/>
              </a:lnSpc>
              <a:spcAft>
                <a:spcPts val="200"/>
              </a:spcAft>
              <a:buClr>
                <a:srgbClr val="F45F0C"/>
              </a:buClr>
              <a:buSzPct val="175000"/>
              <a:buFont typeface="Aptos" panose="020B0004020202020204" pitchFamily="34" charset="0"/>
              <a:buChar char="›"/>
            </a:pPr>
            <a:r>
              <a:rPr lang="fr-FR" sz="2600" dirty="0">
                <a:solidFill>
                  <a:srgbClr val="20222C"/>
                </a:solidFill>
                <a:latin typeface="Aptos"/>
                <a:ea typeface="Source Sans Pro"/>
              </a:rPr>
              <a:t>Opérateur 20 DDL animé dans RoboDK, sans import URDF</a:t>
            </a:r>
          </a:p>
          <a:p>
            <a:pPr marL="571500" indent="-571500">
              <a:lnSpc>
                <a:spcPct val="100000"/>
              </a:lnSpc>
              <a:spcAft>
                <a:spcPts val="200"/>
              </a:spcAft>
              <a:buClr>
                <a:srgbClr val="F45F0C"/>
              </a:buClr>
              <a:buSzPct val="175000"/>
              <a:buFont typeface="Aptos" panose="020B0004020202020204" pitchFamily="34" charset="0"/>
              <a:buChar char="›"/>
            </a:pPr>
            <a:r>
              <a:rPr lang="fr-FR" sz="2600" dirty="0">
                <a:solidFill>
                  <a:srgbClr val="20222C"/>
                </a:solidFill>
                <a:latin typeface="Aptos"/>
                <a:ea typeface="Source Sans Pro"/>
              </a:rPr>
              <a:t>3 marches : militaire, avant, sur trajectoire</a:t>
            </a:r>
          </a:p>
          <a:p>
            <a:pPr marL="571500" indent="-571500">
              <a:lnSpc>
                <a:spcPct val="100000"/>
              </a:lnSpc>
              <a:spcAft>
                <a:spcPts val="200"/>
              </a:spcAft>
              <a:buClr>
                <a:srgbClr val="F45F0C"/>
              </a:buClr>
              <a:buSzPct val="175000"/>
              <a:buFont typeface="Aptos" panose="020B0004020202020204" pitchFamily="34" charset="0"/>
              <a:buChar char="›"/>
            </a:pPr>
            <a:r>
              <a:rPr lang="fr-FR" sz="2600" dirty="0">
                <a:solidFill>
                  <a:srgbClr val="20222C"/>
                </a:solidFill>
                <a:latin typeface="Aptos"/>
                <a:ea typeface="Source Sans Pro"/>
              </a:rPr>
              <a:t>Pick &amp; place du bras : position de la pièce externalisée, testée</a:t>
            </a:r>
          </a:p>
          <a:p>
            <a:pPr marL="571500" indent="-571500">
              <a:lnSpc>
                <a:spcPct val="100000"/>
              </a:lnSpc>
              <a:spcAft>
                <a:spcPts val="200"/>
              </a:spcAft>
              <a:buClr>
                <a:srgbClr val="F45F0C"/>
              </a:buClr>
              <a:buSzPct val="175000"/>
              <a:buFont typeface="Aptos" panose="020B0004020202020204" pitchFamily="34" charset="0"/>
              <a:buChar char="›"/>
            </a:pPr>
            <a:r>
              <a:rPr lang="fr-FR" sz="2600" dirty="0">
                <a:solidFill>
                  <a:srgbClr val="20222C"/>
                </a:solidFill>
                <a:latin typeface="Aptos"/>
                <a:ea typeface="Source Sans Pro"/>
              </a:rPr>
              <a:t>Station robuste : recomposition auto, gestes reproductibles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fr-FR" sz="2800" b="1" u="sng" dirty="0">
                <a:solidFill>
                  <a:srgbClr val="20222C"/>
                </a:solidFill>
                <a:latin typeface="Aptos"/>
                <a:ea typeface="Source Sans Pro"/>
              </a:rPr>
              <a:t>Limites &amp; perspectives :</a:t>
            </a:r>
          </a:p>
          <a:p>
            <a:pPr marL="571500" indent="-571500">
              <a:lnSpc>
                <a:spcPct val="100000"/>
              </a:lnSpc>
              <a:spcAft>
                <a:spcPts val="200"/>
              </a:spcAft>
              <a:buClr>
                <a:srgbClr val="F45F0C"/>
              </a:buClr>
              <a:buSzPct val="175000"/>
              <a:buFont typeface="Aptos" panose="020B0004020202020204" pitchFamily="34" charset="0"/>
              <a:buChar char="›"/>
            </a:pPr>
            <a:r>
              <a:rPr lang="fr-FR" sz="2600" dirty="0">
                <a:solidFill>
                  <a:srgbClr val="20222C"/>
                </a:solidFill>
                <a:latin typeface="Aptos"/>
                <a:ea typeface="Source Sans Pro"/>
              </a:rPr>
              <a:t>Ajouter un DDL de poignet (pronation)</a:t>
            </a:r>
          </a:p>
          <a:p>
            <a:pPr marL="571500" indent="-571500">
              <a:lnSpc>
                <a:spcPct val="100000"/>
              </a:lnSpc>
              <a:spcAft>
                <a:spcPts val="200"/>
              </a:spcAft>
              <a:buClr>
                <a:srgbClr val="F45F0C"/>
              </a:buClr>
              <a:buSzPct val="175000"/>
              <a:buFont typeface="Aptos" panose="020B0004020202020204" pitchFamily="34" charset="0"/>
              <a:buChar char="›"/>
            </a:pPr>
            <a:r>
              <a:rPr lang="fr-FR" sz="2600" dirty="0">
                <a:solidFill>
                  <a:srgbClr val="20222C"/>
                </a:solidFill>
                <a:latin typeface="Aptos"/>
                <a:ea typeface="Source Sans Pro"/>
              </a:rPr>
              <a:t>Intégrer l'opérateur dans la cellule ALIX + robot réel</a:t>
            </a:r>
          </a:p>
          <a:p>
            <a:pPr marL="571500" indent="-571500">
              <a:lnSpc>
                <a:spcPct val="100000"/>
              </a:lnSpc>
              <a:spcAft>
                <a:spcPts val="200"/>
              </a:spcAft>
              <a:buClr>
                <a:srgbClr val="F45F0C"/>
              </a:buClr>
              <a:buSzPct val="175000"/>
              <a:buFont typeface="Aptos" panose="020B0004020202020204" pitchFamily="34" charset="0"/>
              <a:buChar char="›"/>
            </a:pPr>
            <a:r>
              <a:rPr lang="fr-FR" sz="2600" dirty="0">
                <a:solidFill>
                  <a:srgbClr val="20222C"/>
                </a:solidFill>
                <a:latin typeface="Aptos"/>
                <a:ea typeface="Source Sans Pro"/>
              </a:rPr>
              <a:t>Mettre en scène les scénarios coexistence / synchronisation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fr-FR" sz="2800" b="1" u="sng" dirty="0">
                <a:solidFill>
                  <a:srgbClr val="20222C"/>
                </a:solidFill>
                <a:latin typeface="Aptos"/>
                <a:ea typeface="Source Sans Pro"/>
              </a:rPr>
              <a:t>Conclusion :</a:t>
            </a:r>
          </a:p>
          <a:p>
            <a:pPr>
              <a:lnSpc>
                <a:spcPct val="100000"/>
              </a:lnSpc>
              <a:spcAft>
                <a:spcPts val="200"/>
              </a:spcAft>
              <a:buNone/>
            </a:pPr>
            <a:r>
              <a:rPr lang="fr-FR" sz="2600" b="1" dirty="0">
                <a:solidFill>
                  <a:srgbClr val="20222C"/>
                </a:solidFill>
                <a:latin typeface="Aptos"/>
                <a:ea typeface="Source Sans Pro"/>
              </a:rPr>
              <a:t>Le verrou est levé : </a:t>
            </a:r>
            <a:r>
              <a:rPr lang="fr-FR" sz="2600" dirty="0">
                <a:solidFill>
                  <a:srgbClr val="20222C"/>
                </a:solidFill>
                <a:latin typeface="Aptos"/>
                <a:ea typeface="Source Sans Pro"/>
              </a:rPr>
              <a:t>un opérateur humain crédible et pilotable, prêt pour l'analyse des interactions homme-robot (sécurité, ergonomie).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4E8FB32-AC38-4F2D-852D-F9B0D3764F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37" y="11904741"/>
            <a:ext cx="9988671" cy="616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1067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b9b44ba-c4fd-4001-bba0-b81615ce797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DDE441F2C904A860550E5AF71C8FD" ma:contentTypeVersion="17" ma:contentTypeDescription="Create a new document." ma:contentTypeScope="" ma:versionID="0fadda9081c81042fe5b6fc2613ad16f">
  <xsd:schema xmlns:xsd="http://www.w3.org/2001/XMLSchema" xmlns:xs="http://www.w3.org/2001/XMLSchema" xmlns:p="http://schemas.microsoft.com/office/2006/metadata/properties" xmlns:ns3="b861d8ea-fba9-4f7c-a07d-8e49e51a40c5" xmlns:ns4="0b9b44ba-c4fd-4001-bba0-b81615ce797d" targetNamespace="http://schemas.microsoft.com/office/2006/metadata/properties" ma:root="true" ma:fieldsID="0ccf2d63f0bf6c5ca1228a979f9c2cb0" ns3:_="" ns4:_="">
    <xsd:import namespace="b861d8ea-fba9-4f7c-a07d-8e49e51a40c5"/>
    <xsd:import namespace="0b9b44ba-c4fd-4001-bba0-b81615ce797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LengthInSeconds" minOccurs="0"/>
                <xsd:element ref="ns4:MediaServiceSearchProperties" minOccurs="0"/>
                <xsd:element ref="ns4:MediaServiceObjectDetectorVersions" minOccurs="0"/>
                <xsd:element ref="ns4:_activity" minOccurs="0"/>
                <xsd:element ref="ns4:MediaServiceSystem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1d8ea-fba9-4f7c-a07d-8e49e51a40c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9b44ba-c4fd-4001-bba0-b81615ce79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FB60AD-2428-4ACE-84FC-08C267161390}">
  <ds:schemaRefs>
    <ds:schemaRef ds:uri="0b9b44ba-c4fd-4001-bba0-b81615ce797d"/>
    <ds:schemaRef ds:uri="b861d8ea-fba9-4f7c-a07d-8e49e51a40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9E3D98E-D96E-47A9-AA7D-B94616FB89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0EE22A-BE47-4A5D-8ED2-FD100614108C}">
  <ds:schemaRefs>
    <ds:schemaRef ds:uri="0b9b44ba-c4fd-4001-bba0-b81615ce797d"/>
    <ds:schemaRef ds:uri="b861d8ea-fba9-4f7c-a07d-8e49e51a40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256</Words>
  <Application>Microsoft Office PowerPoint</Application>
  <PresentationFormat>Personnalisé</PresentationFormat>
  <Paragraphs>44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 Bahnschrift Bold</vt:lpstr>
      <vt:lpstr>Aptos</vt:lpstr>
      <vt:lpstr>Aptos Display</vt:lpstr>
      <vt:lpstr>Arial</vt:lpstr>
      <vt:lpstr>Source Sans Pro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CIAMPI Francesco</dc:creator>
  <cp:lastModifiedBy>nika xachidze</cp:lastModifiedBy>
  <cp:revision>70</cp:revision>
  <dcterms:created xsi:type="dcterms:W3CDTF">2026-06-05T09:09:43Z</dcterms:created>
  <dcterms:modified xsi:type="dcterms:W3CDTF">2026-06-30T13:01:48Z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0x010100186DDE441F2C904A860550E5AF71C8FD</vt:lpwstr>
  </property>
</Properties>
</file>